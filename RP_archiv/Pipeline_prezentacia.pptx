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F00"/>
    <a:srgbClr val="1E2761"/>
    <a:srgbClr val="8A8FA3"/>
    <a:srgbClr val="8A95B8"/>
    <a:srgbClr val="4C6E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73FF4D-4DDF-452A-8C78-125DDF4DACB0}" v="364" dt="2026-06-03T11:40:18.0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jkovský Šimon" userId="a94c7d86-775b-4f7a-a949-b8a9beee7e7e" providerId="ADAL" clId="{DD1632C5-3421-46AD-9E5A-6F9080CBC258}"/>
    <pc:docChg chg="undo custSel addSld delSld modSld sldOrd">
      <pc:chgData name="Hajkovský Šimon" userId="a94c7d86-775b-4f7a-a949-b8a9beee7e7e" providerId="ADAL" clId="{DD1632C5-3421-46AD-9E5A-6F9080CBC258}" dt="2026-06-03T11:40:24.098" v="1346" actId="1076"/>
      <pc:docMkLst>
        <pc:docMk/>
      </pc:docMkLst>
      <pc:sldChg chg="modSp mod">
        <pc:chgData name="Hajkovský Šimon" userId="a94c7d86-775b-4f7a-a949-b8a9beee7e7e" providerId="ADAL" clId="{DD1632C5-3421-46AD-9E5A-6F9080CBC258}" dt="2026-05-17T16:05:38.113" v="60" actId="20577"/>
        <pc:sldMkLst>
          <pc:docMk/>
          <pc:sldMk cId="0" sldId="256"/>
        </pc:sldMkLst>
        <pc:spChg chg="mod">
          <ac:chgData name="Hajkovský Šimon" userId="a94c7d86-775b-4f7a-a949-b8a9beee7e7e" providerId="ADAL" clId="{DD1632C5-3421-46AD-9E5A-6F9080CBC258}" dt="2026-05-17T16:05:15.176" v="8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05:38.113" v="60" actId="20577"/>
          <ac:spMkLst>
            <pc:docMk/>
            <pc:sldMk cId="0" sldId="256"/>
            <ac:spMk id="6" creationId="{00000000-0000-0000-0000-000000000000}"/>
          </ac:spMkLst>
        </pc:spChg>
      </pc:sldChg>
      <pc:sldChg chg="addSp delSp modSp mod">
        <pc:chgData name="Hajkovský Šimon" userId="a94c7d86-775b-4f7a-a949-b8a9beee7e7e" providerId="ADAL" clId="{DD1632C5-3421-46AD-9E5A-6F9080CBC258}" dt="2026-05-17T16:42:01.052" v="280" actId="20577"/>
        <pc:sldMkLst>
          <pc:docMk/>
          <pc:sldMk cId="0" sldId="257"/>
        </pc:sldMkLst>
        <pc:spChg chg="mod">
          <ac:chgData name="Hajkovský Šimon" userId="a94c7d86-775b-4f7a-a949-b8a9beee7e7e" providerId="ADAL" clId="{DD1632C5-3421-46AD-9E5A-6F9080CBC258}" dt="2026-05-17T16:41:52.508" v="278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42:01.052" v="280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37:51.089" v="260" actId="20577"/>
          <ac:spMkLst>
            <pc:docMk/>
            <pc:sldMk cId="0" sldId="257"/>
            <ac:spMk id="11" creationId="{00000000-0000-0000-0000-000000000000}"/>
          </ac:spMkLst>
        </pc:spChg>
        <pc:picChg chg="add mod">
          <ac:chgData name="Hajkovský Šimon" userId="a94c7d86-775b-4f7a-a949-b8a9beee7e7e" providerId="ADAL" clId="{DD1632C5-3421-46AD-9E5A-6F9080CBC258}" dt="2026-05-17T16:37:55.163" v="261" actId="167"/>
          <ac:picMkLst>
            <pc:docMk/>
            <pc:sldMk cId="0" sldId="257"/>
            <ac:picMk id="1032" creationId="{64F4E73F-5739-3B17-5E77-6ECB7EBC73AE}"/>
          </ac:picMkLst>
        </pc:picChg>
      </pc:sldChg>
      <pc:sldChg chg="addSp delSp modSp mod">
        <pc:chgData name="Hajkovský Šimon" userId="a94c7d86-775b-4f7a-a949-b8a9beee7e7e" providerId="ADAL" clId="{DD1632C5-3421-46AD-9E5A-6F9080CBC258}" dt="2026-05-18T08:22:51.241" v="1273" actId="20577"/>
        <pc:sldMkLst>
          <pc:docMk/>
          <pc:sldMk cId="0" sldId="258"/>
        </pc:sldMkLst>
        <pc:spChg chg="mod">
          <ac:chgData name="Hajkovský Šimon" userId="a94c7d86-775b-4f7a-a949-b8a9beee7e7e" providerId="ADAL" clId="{DD1632C5-3421-46AD-9E5A-6F9080CBC258}" dt="2026-05-18T08:22:51.241" v="1273" actId="20577"/>
          <ac:spMkLst>
            <pc:docMk/>
            <pc:sldMk cId="0" sldId="258"/>
            <ac:spMk id="3" creationId="{00000000-0000-0000-0000-000000000000}"/>
          </ac:spMkLst>
        </pc:spChg>
        <pc:graphicFrameChg chg="add mod modGraphic">
          <ac:chgData name="Hajkovský Šimon" userId="a94c7d86-775b-4f7a-a949-b8a9beee7e7e" providerId="ADAL" clId="{DD1632C5-3421-46AD-9E5A-6F9080CBC258}" dt="2026-05-17T17:26:48.095" v="677" actId="208"/>
          <ac:graphicFrameMkLst>
            <pc:docMk/>
            <pc:sldMk cId="0" sldId="258"/>
            <ac:graphicFrameMk id="43" creationId="{21257975-5B93-29F1-36DD-11C3F8520D8C}"/>
          </ac:graphicFrameMkLst>
        </pc:graphicFrameChg>
      </pc:sldChg>
      <pc:sldChg chg="addSp delSp modSp mod">
        <pc:chgData name="Hajkovský Šimon" userId="a94c7d86-775b-4f7a-a949-b8a9beee7e7e" providerId="ADAL" clId="{DD1632C5-3421-46AD-9E5A-6F9080CBC258}" dt="2026-05-18T08:11:16.578" v="1247" actId="20577"/>
        <pc:sldMkLst>
          <pc:docMk/>
          <pc:sldMk cId="0" sldId="259"/>
        </pc:sldMkLst>
        <pc:spChg chg="mod">
          <ac:chgData name="Hajkovský Šimon" userId="a94c7d86-775b-4f7a-a949-b8a9beee7e7e" providerId="ADAL" clId="{DD1632C5-3421-46AD-9E5A-6F9080CBC258}" dt="2026-05-17T16:26:57.287" v="132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26:59.639" v="133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7:48:21.817" v="933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8T08:11:16.578" v="1247" actId="2057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27:47.556" v="183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27:47.556" v="183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27:47.556" v="183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8T08:09:11.217" v="1232"/>
          <ac:spMkLst>
            <pc:docMk/>
            <pc:sldMk cId="0" sldId="259"/>
            <ac:spMk id="17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27:47.556" v="183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27:47.556" v="183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27:47.556" v="183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27:47.556" v="183" actId="1076"/>
          <ac:spMkLst>
            <pc:docMk/>
            <pc:sldMk cId="0" sldId="259"/>
            <ac:spMk id="22" creationId="{00000000-0000-0000-0000-000000000000}"/>
          </ac:spMkLst>
        </pc:spChg>
        <pc:picChg chg="add mod">
          <ac:chgData name="Hajkovský Šimon" userId="a94c7d86-775b-4f7a-a949-b8a9beee7e7e" providerId="ADAL" clId="{DD1632C5-3421-46AD-9E5A-6F9080CBC258}" dt="2026-05-17T16:44:18.491" v="296" actId="732"/>
          <ac:picMkLst>
            <pc:docMk/>
            <pc:sldMk cId="0" sldId="259"/>
            <ac:picMk id="2054" creationId="{5A5A590C-1221-05AC-9C63-AAE6CB8FC89F}"/>
          </ac:picMkLst>
        </pc:picChg>
      </pc:sldChg>
      <pc:sldChg chg="addSp delSp modSp mod">
        <pc:chgData name="Hajkovský Šimon" userId="a94c7d86-775b-4f7a-a949-b8a9beee7e7e" providerId="ADAL" clId="{DD1632C5-3421-46AD-9E5A-6F9080CBC258}" dt="2026-05-18T08:40:17.750" v="1274" actId="20577"/>
        <pc:sldMkLst>
          <pc:docMk/>
          <pc:sldMk cId="0" sldId="260"/>
        </pc:sldMkLst>
        <pc:spChg chg="mod">
          <ac:chgData name="Hajkovský Šimon" userId="a94c7d86-775b-4f7a-a949-b8a9beee7e7e" providerId="ADAL" clId="{DD1632C5-3421-46AD-9E5A-6F9080CBC258}" dt="2026-05-17T16:42:19.128" v="282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42:24.376" v="284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7:49:20.846" v="972"/>
          <ac:spMkLst>
            <pc:docMk/>
            <pc:sldMk cId="0" sldId="260"/>
            <ac:spMk id="10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8T08:40:17.750" v="1274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35:34.777" v="232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44:43.836" v="334" actId="103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44:43.836" v="334" actId="103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44:43.836" v="334" actId="103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7:51:08.759" v="994" actId="2057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44:43.836" v="334" actId="103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44:43.836" v="334" actId="103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44:43.836" v="334" actId="103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44:43.836" v="334" actId="103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44:43.836" v="334" actId="1036"/>
          <ac:spMkLst>
            <pc:docMk/>
            <pc:sldMk cId="0" sldId="260"/>
            <ac:spMk id="24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44:43.836" v="334" actId="1036"/>
          <ac:spMkLst>
            <pc:docMk/>
            <pc:sldMk cId="0" sldId="260"/>
            <ac:spMk id="25" creationId="{00000000-0000-0000-0000-000000000000}"/>
          </ac:spMkLst>
        </pc:spChg>
        <pc:picChg chg="add mod modCrop">
          <ac:chgData name="Hajkovský Šimon" userId="a94c7d86-775b-4f7a-a949-b8a9beee7e7e" providerId="ADAL" clId="{DD1632C5-3421-46AD-9E5A-6F9080CBC258}" dt="2026-05-17T16:37:17.226" v="258" actId="1582"/>
          <ac:picMkLst>
            <pc:docMk/>
            <pc:sldMk cId="0" sldId="260"/>
            <ac:picMk id="29" creationId="{C1EF72D9-102B-DE43-70D1-E4B22E188113}"/>
          </ac:picMkLst>
        </pc:picChg>
      </pc:sldChg>
      <pc:sldChg chg="addSp delSp modSp mod">
        <pc:chgData name="Hajkovský Šimon" userId="a94c7d86-775b-4f7a-a949-b8a9beee7e7e" providerId="ADAL" clId="{DD1632C5-3421-46AD-9E5A-6F9080CBC258}" dt="2026-05-18T08:43:42.708" v="1280" actId="20577"/>
        <pc:sldMkLst>
          <pc:docMk/>
          <pc:sldMk cId="0" sldId="261"/>
        </pc:sldMkLst>
        <pc:spChg chg="mod">
          <ac:chgData name="Hajkovský Šimon" userId="a94c7d86-775b-4f7a-a949-b8a9beee7e7e" providerId="ADAL" clId="{DD1632C5-3421-46AD-9E5A-6F9080CBC258}" dt="2026-05-17T16:45:06.016" v="336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45:08.283" v="337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7:49:23.022" v="973"/>
          <ac:spMkLst>
            <pc:docMk/>
            <pc:sldMk cId="0" sldId="261"/>
            <ac:spMk id="10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8T08:43:42.708" v="1280" actId="20577"/>
          <ac:spMkLst>
            <pc:docMk/>
            <pc:sldMk cId="0" sldId="261"/>
            <ac:spMk id="11" creationId="{00000000-0000-0000-0000-000000000000}"/>
          </ac:spMkLst>
        </pc:spChg>
        <pc:picChg chg="add mod">
          <ac:chgData name="Hajkovský Šimon" userId="a94c7d86-775b-4f7a-a949-b8a9beee7e7e" providerId="ADAL" clId="{DD1632C5-3421-46AD-9E5A-6F9080CBC258}" dt="2026-05-17T16:41:31.989" v="276" actId="1035"/>
          <ac:picMkLst>
            <pc:docMk/>
            <pc:sldMk cId="0" sldId="261"/>
            <ac:picMk id="4098" creationId="{6BDA726E-851A-3EA3-506C-0AD83B5D93E1}"/>
          </ac:picMkLst>
        </pc:picChg>
      </pc:sldChg>
      <pc:sldChg chg="addSp delSp modSp mod">
        <pc:chgData name="Hajkovský Šimon" userId="a94c7d86-775b-4f7a-a949-b8a9beee7e7e" providerId="ADAL" clId="{DD1632C5-3421-46AD-9E5A-6F9080CBC258}" dt="2026-05-18T08:48:02.662" v="1290" actId="20577"/>
        <pc:sldMkLst>
          <pc:docMk/>
          <pc:sldMk cId="0" sldId="262"/>
        </pc:sldMkLst>
        <pc:spChg chg="mod">
          <ac:chgData name="Hajkovský Šimon" userId="a94c7d86-775b-4f7a-a949-b8a9beee7e7e" providerId="ADAL" clId="{DD1632C5-3421-46AD-9E5A-6F9080CBC258}" dt="2026-05-17T16:45:27.114" v="340" actId="20577"/>
          <ac:spMkLst>
            <pc:docMk/>
            <pc:sldMk cId="0" sldId="262"/>
            <ac:spMk id="8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45:29.257" v="341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7:49:26.384" v="974"/>
          <ac:spMkLst>
            <pc:docMk/>
            <pc:sldMk cId="0" sldId="262"/>
            <ac:spMk id="10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8T08:48:02.662" v="1290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58:09.284" v="436" actId="103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58:09.284" v="436" actId="103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58:09.284" v="436" actId="103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58:09.284" v="436" actId="103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58:09.284" v="436" actId="103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58:09.284" v="436" actId="103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58:09.284" v="436" actId="103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58:09.284" v="436" actId="1036"/>
          <ac:spMkLst>
            <pc:docMk/>
            <pc:sldMk cId="0" sldId="262"/>
            <ac:spMk id="22" creationId="{00000000-0000-0000-0000-000000000000}"/>
          </ac:spMkLst>
        </pc:spChg>
        <pc:picChg chg="add mod">
          <ac:chgData name="Hajkovský Šimon" userId="a94c7d86-775b-4f7a-a949-b8a9beee7e7e" providerId="ADAL" clId="{DD1632C5-3421-46AD-9E5A-6F9080CBC258}" dt="2026-05-17T16:58:57.625" v="445" actId="1582"/>
          <ac:picMkLst>
            <pc:docMk/>
            <pc:sldMk cId="0" sldId="262"/>
            <ac:picMk id="5122" creationId="{134C8E25-A1CB-D090-A19E-1FA9C9C7D733}"/>
          </ac:picMkLst>
        </pc:picChg>
      </pc:sldChg>
      <pc:sldChg chg="addSp delSp modSp mod">
        <pc:chgData name="Hajkovský Šimon" userId="a94c7d86-775b-4f7a-a949-b8a9beee7e7e" providerId="ADAL" clId="{DD1632C5-3421-46AD-9E5A-6F9080CBC258}" dt="2026-05-18T08:49:36.800" v="1293" actId="20577"/>
        <pc:sldMkLst>
          <pc:docMk/>
          <pc:sldMk cId="0" sldId="263"/>
        </pc:sldMkLst>
        <pc:spChg chg="mod">
          <ac:chgData name="Hajkovský Šimon" userId="a94c7d86-775b-4f7a-a949-b8a9beee7e7e" providerId="ADAL" clId="{DD1632C5-3421-46AD-9E5A-6F9080CBC258}" dt="2026-05-17T16:45:48.508" v="344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45:53.592" v="347" actId="20577"/>
          <ac:spMkLst>
            <pc:docMk/>
            <pc:sldMk cId="0" sldId="263"/>
            <ac:spMk id="9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7:49:29.449" v="975"/>
          <ac:spMkLst>
            <pc:docMk/>
            <pc:sldMk cId="0" sldId="263"/>
            <ac:spMk id="10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8:00:38.860" v="1164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8T08:49:36.800" v="1293" actId="20577"/>
          <ac:spMkLst>
            <pc:docMk/>
            <pc:sldMk cId="0" sldId="263"/>
            <ac:spMk id="19" creationId="{00000000-0000-0000-0000-000000000000}"/>
          </ac:spMkLst>
        </pc:spChg>
        <pc:picChg chg="add mod">
          <ac:chgData name="Hajkovský Šimon" userId="a94c7d86-775b-4f7a-a949-b8a9beee7e7e" providerId="ADAL" clId="{DD1632C5-3421-46AD-9E5A-6F9080CBC258}" dt="2026-05-17T17:00:30.566" v="456" actId="1582"/>
          <ac:picMkLst>
            <pc:docMk/>
            <pc:sldMk cId="0" sldId="263"/>
            <ac:picMk id="6146" creationId="{26EEEF82-B96F-C7FF-9D10-DF941A6A1DAE}"/>
          </ac:picMkLst>
        </pc:picChg>
      </pc:sldChg>
      <pc:sldChg chg="addSp delSp modSp mod">
        <pc:chgData name="Hajkovský Šimon" userId="a94c7d86-775b-4f7a-a949-b8a9beee7e7e" providerId="ADAL" clId="{DD1632C5-3421-46AD-9E5A-6F9080CBC258}" dt="2026-05-18T08:50:16.097" v="1299" actId="20577"/>
        <pc:sldMkLst>
          <pc:docMk/>
          <pc:sldMk cId="0" sldId="264"/>
        </pc:sldMkLst>
        <pc:spChg chg="mod">
          <ac:chgData name="Hajkovský Šimon" userId="a94c7d86-775b-4f7a-a949-b8a9beee7e7e" providerId="ADAL" clId="{DD1632C5-3421-46AD-9E5A-6F9080CBC258}" dt="2026-05-17T16:46:05.681" v="350" actId="20577"/>
          <ac:spMkLst>
            <pc:docMk/>
            <pc:sldMk cId="0" sldId="264"/>
            <ac:spMk id="8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46:09.898" v="352" actId="20577"/>
          <ac:spMkLst>
            <pc:docMk/>
            <pc:sldMk cId="0" sldId="264"/>
            <ac:spMk id="9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7:49:32.171" v="9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8T08:50:16.097" v="1299" actId="20577"/>
          <ac:spMkLst>
            <pc:docMk/>
            <pc:sldMk cId="0" sldId="264"/>
            <ac:spMk id="11" creationId="{00000000-0000-0000-0000-000000000000}"/>
          </ac:spMkLst>
        </pc:spChg>
        <pc:picChg chg="add mod">
          <ac:chgData name="Hajkovský Šimon" userId="a94c7d86-775b-4f7a-a949-b8a9beee7e7e" providerId="ADAL" clId="{DD1632C5-3421-46AD-9E5A-6F9080CBC258}" dt="2026-05-17T17:04:18.790" v="470" actId="1035"/>
          <ac:picMkLst>
            <pc:docMk/>
            <pc:sldMk cId="0" sldId="264"/>
            <ac:picMk id="7170" creationId="{017CEF5C-AE8B-E27B-D137-9D8DC098C0F7}"/>
          </ac:picMkLst>
        </pc:picChg>
      </pc:sldChg>
      <pc:sldChg chg="modSp mod">
        <pc:chgData name="Hajkovský Šimon" userId="a94c7d86-775b-4f7a-a949-b8a9beee7e7e" providerId="ADAL" clId="{DD1632C5-3421-46AD-9E5A-6F9080CBC258}" dt="2026-05-18T08:56:15.942" v="1342" actId="20577"/>
        <pc:sldMkLst>
          <pc:docMk/>
          <pc:sldMk cId="0" sldId="265"/>
        </pc:sldMkLst>
        <pc:spChg chg="mod">
          <ac:chgData name="Hajkovský Šimon" userId="a94c7d86-775b-4f7a-a949-b8a9beee7e7e" providerId="ADAL" clId="{DD1632C5-3421-46AD-9E5A-6F9080CBC258}" dt="2026-05-18T08:55:50.766" v="1315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8T08:56:02.789" v="1317" actId="20577"/>
          <ac:spMkLst>
            <pc:docMk/>
            <pc:sldMk cId="0" sldId="265"/>
            <ac:spMk id="9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8:33:26.393" v="1205" actId="2057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8T08:56:15.942" v="1342" actId="20577"/>
          <ac:spMkLst>
            <pc:docMk/>
            <pc:sldMk cId="0" sldId="265"/>
            <ac:spMk id="15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8:33:37.690" v="1206" actId="20577"/>
          <ac:spMkLst>
            <pc:docMk/>
            <pc:sldMk cId="0" sldId="265"/>
            <ac:spMk id="20" creationId="{00000000-0000-0000-0000-000000000000}"/>
          </ac:spMkLst>
        </pc:spChg>
      </pc:sldChg>
      <pc:sldChg chg="addSp delSp modSp mod ord">
        <pc:chgData name="Hajkovský Šimon" userId="a94c7d86-775b-4f7a-a949-b8a9beee7e7e" providerId="ADAL" clId="{DD1632C5-3421-46AD-9E5A-6F9080CBC258}" dt="2026-06-03T11:40:24.098" v="1346" actId="1076"/>
        <pc:sldMkLst>
          <pc:docMk/>
          <pc:sldMk cId="0" sldId="266"/>
        </pc:sldMkLst>
        <pc:spChg chg="mod">
          <ac:chgData name="Hajkovský Šimon" userId="a94c7d86-775b-4f7a-a949-b8a9beee7e7e" providerId="ADAL" clId="{DD1632C5-3421-46AD-9E5A-6F9080CBC258}" dt="2026-06-03T11:40:18.022" v="1344" actId="164"/>
          <ac:spMkLst>
            <pc:docMk/>
            <pc:sldMk cId="0" sldId="266"/>
            <ac:spMk id="5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6:48:29.243" v="393" actId="20577"/>
          <ac:spMkLst>
            <pc:docMk/>
            <pc:sldMk cId="0" sldId="266"/>
            <ac:spMk id="6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6-03T11:40:18.022" v="1344" actId="164"/>
          <ac:spMkLst>
            <pc:docMk/>
            <pc:sldMk cId="0" sldId="266"/>
            <ac:spMk id="8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6-03T11:40:18.022" v="1344" actId="164"/>
          <ac:spMkLst>
            <pc:docMk/>
            <pc:sldMk cId="0" sldId="266"/>
            <ac:spMk id="13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6-03T11:40:18.022" v="1344" actId="164"/>
          <ac:spMkLst>
            <pc:docMk/>
            <pc:sldMk cId="0" sldId="266"/>
            <ac:spMk id="15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6-03T11:40:18.022" v="1344" actId="164"/>
          <ac:spMkLst>
            <pc:docMk/>
            <pc:sldMk cId="0" sldId="266"/>
            <ac:spMk id="17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6-03T11:40:18.022" v="1344" actId="164"/>
          <ac:spMkLst>
            <pc:docMk/>
            <pc:sldMk cId="0" sldId="266"/>
            <ac:spMk id="18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8T08:54:03.176" v="1310" actId="208"/>
          <ac:spMkLst>
            <pc:docMk/>
            <pc:sldMk cId="0" sldId="266"/>
            <ac:spMk id="23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6-03T11:40:18.022" v="1344" actId="164"/>
          <ac:spMkLst>
            <pc:docMk/>
            <pc:sldMk cId="0" sldId="266"/>
            <ac:spMk id="24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6-03T11:40:18.022" v="1344" actId="164"/>
          <ac:spMkLst>
            <pc:docMk/>
            <pc:sldMk cId="0" sldId="266"/>
            <ac:spMk id="37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6-03T11:40:18.022" v="1344" actId="164"/>
          <ac:spMkLst>
            <pc:docMk/>
            <pc:sldMk cId="0" sldId="266"/>
            <ac:spMk id="39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8T08:54:09.799" v="1311" actId="207"/>
          <ac:spMkLst>
            <pc:docMk/>
            <pc:sldMk cId="0" sldId="266"/>
            <ac:spMk id="42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8T08:51:09.847" v="1303" actId="1076"/>
          <ac:spMkLst>
            <pc:docMk/>
            <pc:sldMk cId="0" sldId="266"/>
            <ac:spMk id="43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6-03T11:40:18.022" v="1344" actId="164"/>
          <ac:spMkLst>
            <pc:docMk/>
            <pc:sldMk cId="0" sldId="266"/>
            <ac:spMk id="44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8T08:51:58.700" v="1307" actId="208"/>
          <ac:spMkLst>
            <pc:docMk/>
            <pc:sldMk cId="0" sldId="266"/>
            <ac:spMk id="51" creationId="{634B6C24-159B-B9F2-4F6A-153476268F17}"/>
          </ac:spMkLst>
        </pc:spChg>
        <pc:grpChg chg="mod">
          <ac:chgData name="Hajkovský Šimon" userId="a94c7d86-775b-4f7a-a949-b8a9beee7e7e" providerId="ADAL" clId="{DD1632C5-3421-46AD-9E5A-6F9080CBC258}" dt="2026-06-03T11:40:24.098" v="1346" actId="1076"/>
          <ac:grpSpMkLst>
            <pc:docMk/>
            <pc:sldMk cId="0" sldId="266"/>
            <ac:grpSpMk id="45" creationId="{BE96588D-4154-42E2-4B91-2DE49ED6E5EE}"/>
          </ac:grpSpMkLst>
        </pc:grpChg>
      </pc:sldChg>
      <pc:sldChg chg="addSp delSp modSp mod">
        <pc:chgData name="Hajkovský Šimon" userId="a94c7d86-775b-4f7a-a949-b8a9beee7e7e" providerId="ADAL" clId="{DD1632C5-3421-46AD-9E5A-6F9080CBC258}" dt="2026-05-18T08:56:25.463" v="1343" actId="478"/>
        <pc:sldMkLst>
          <pc:docMk/>
          <pc:sldMk cId="0" sldId="267"/>
        </pc:sldMkLst>
        <pc:spChg chg="mod">
          <ac:chgData name="Hajkovský Šimon" userId="a94c7d86-775b-4f7a-a949-b8a9beee7e7e" providerId="ADAL" clId="{DD1632C5-3421-46AD-9E5A-6F9080CBC258}" dt="2026-05-17T17:28:00.221" v="689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7:28:05.989" v="711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7:28:44.537" v="745" actId="14100"/>
          <ac:spMkLst>
            <pc:docMk/>
            <pc:sldMk cId="0" sldId="267"/>
            <ac:spMk id="5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7:29:12.798" v="789" actId="14100"/>
          <ac:spMkLst>
            <pc:docMk/>
            <pc:sldMk cId="0" sldId="267"/>
            <ac:spMk id="6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7:47:44.329" v="914" actId="20577"/>
          <ac:spMkLst>
            <pc:docMk/>
            <pc:sldMk cId="0" sldId="267"/>
            <ac:spMk id="8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7:28:44.537" v="745" actId="14100"/>
          <ac:spMkLst>
            <pc:docMk/>
            <pc:sldMk cId="0" sldId="267"/>
            <ac:spMk id="9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7:29:09.215" v="788" actId="14100"/>
          <ac:spMkLst>
            <pc:docMk/>
            <pc:sldMk cId="0" sldId="267"/>
            <ac:spMk id="10" creationId="{00000000-0000-0000-0000-000000000000}"/>
          </ac:spMkLst>
        </pc:spChg>
        <pc:spChg chg="mod">
          <ac:chgData name="Hajkovský Šimon" userId="a94c7d86-775b-4f7a-a949-b8a9beee7e7e" providerId="ADAL" clId="{DD1632C5-3421-46AD-9E5A-6F9080CBC258}" dt="2026-05-17T17:43:26.813" v="845" actId="14100"/>
          <ac:spMkLst>
            <pc:docMk/>
            <pc:sldMk cId="0" sldId="267"/>
            <ac:spMk id="12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3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02F481-CAFD-466A-8804-C65702FD70C9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sk-SK"/>
        </a:p>
      </dgm:t>
    </dgm:pt>
    <dgm:pt modelId="{33FDAAB2-0A3D-4B57-A195-8589B40DA22F}">
      <dgm:prSet phldrT="[Text]"/>
      <dgm:spPr>
        <a:blipFill dpi="0" rotWithShape="0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sk-SK" dirty="0"/>
        </a:p>
      </dgm:t>
    </dgm:pt>
    <dgm:pt modelId="{AE3290EE-63E3-4692-BB10-ADEE82A758DF}" type="parTrans" cxnId="{B5951C2D-EAD4-4DF0-BE0C-485436D55616}">
      <dgm:prSet/>
      <dgm:spPr/>
      <dgm:t>
        <a:bodyPr/>
        <a:lstStyle/>
        <a:p>
          <a:endParaRPr lang="sk-SK"/>
        </a:p>
      </dgm:t>
    </dgm:pt>
    <dgm:pt modelId="{6D796BB3-9793-4DA4-BF01-82F9948BE397}" type="sibTrans" cxnId="{B5951C2D-EAD4-4DF0-BE0C-485436D55616}">
      <dgm:prSet/>
      <dgm:spPr/>
      <dgm:t>
        <a:bodyPr/>
        <a:lstStyle/>
        <a:p>
          <a:endParaRPr lang="sk-SK"/>
        </a:p>
      </dgm:t>
    </dgm:pt>
    <dgm:pt modelId="{BF163F6A-BDB2-46C6-A54B-8B203A16CDDB}">
      <dgm:prSet phldrT="[Text]" phldr="0"/>
      <dgm:spPr>
        <a:blipFill dpi="0" rotWithShape="0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sk-SK" dirty="0"/>
        </a:p>
      </dgm:t>
    </dgm:pt>
    <dgm:pt modelId="{2BD1C410-A741-4C09-BDB5-82280F8DD951}" type="parTrans" cxnId="{BBF4FC9B-3714-4DF3-A07E-AD2BEC4B9B2D}">
      <dgm:prSet/>
      <dgm:spPr/>
      <dgm:t>
        <a:bodyPr/>
        <a:lstStyle/>
        <a:p>
          <a:endParaRPr lang="sk-SK"/>
        </a:p>
      </dgm:t>
    </dgm:pt>
    <dgm:pt modelId="{46B29A28-BD85-4892-9588-22ED22BE452F}" type="sibTrans" cxnId="{BBF4FC9B-3714-4DF3-A07E-AD2BEC4B9B2D}">
      <dgm:prSet/>
      <dgm:spPr/>
      <dgm:t>
        <a:bodyPr/>
        <a:lstStyle/>
        <a:p>
          <a:endParaRPr lang="sk-SK"/>
        </a:p>
      </dgm:t>
    </dgm:pt>
    <dgm:pt modelId="{F8995F47-2E8D-42AF-9E81-C22BF9D9A934}">
      <dgm:prSet phldrT="[Text]"/>
      <dgm:spPr>
        <a:blipFill dpi="0" rotWithShape="0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sk-SK" dirty="0"/>
        </a:p>
      </dgm:t>
    </dgm:pt>
    <dgm:pt modelId="{0498B383-34F2-48B6-ABBC-E2DEF8ED7DEA}" type="parTrans" cxnId="{01D2335E-8F41-4084-8337-902CB993C3E1}">
      <dgm:prSet/>
      <dgm:spPr/>
      <dgm:t>
        <a:bodyPr/>
        <a:lstStyle/>
        <a:p>
          <a:endParaRPr lang="sk-SK"/>
        </a:p>
      </dgm:t>
    </dgm:pt>
    <dgm:pt modelId="{8A6097F7-781D-413E-8E54-7A54F989AEA9}" type="sibTrans" cxnId="{01D2335E-8F41-4084-8337-902CB993C3E1}">
      <dgm:prSet/>
      <dgm:spPr/>
      <dgm:t>
        <a:bodyPr/>
        <a:lstStyle/>
        <a:p>
          <a:endParaRPr lang="sk-SK"/>
        </a:p>
      </dgm:t>
    </dgm:pt>
    <dgm:pt modelId="{4BBF1EFE-BEE8-41E5-8139-A52FDFC9A85F}">
      <dgm:prSet phldrT="[Text]"/>
      <dgm:spPr>
        <a:blipFill dpi="0" rotWithShape="0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sk-SK" dirty="0"/>
        </a:p>
      </dgm:t>
    </dgm:pt>
    <dgm:pt modelId="{D73AE575-BF20-4527-BA15-000EB16B4655}" type="parTrans" cxnId="{D4997EF4-739B-4C28-8E5B-E455C1716420}">
      <dgm:prSet/>
      <dgm:spPr/>
      <dgm:t>
        <a:bodyPr/>
        <a:lstStyle/>
        <a:p>
          <a:endParaRPr lang="sk-SK"/>
        </a:p>
      </dgm:t>
    </dgm:pt>
    <dgm:pt modelId="{22D564BB-45C2-436D-B199-0BB4F046CC82}" type="sibTrans" cxnId="{D4997EF4-739B-4C28-8E5B-E455C1716420}">
      <dgm:prSet/>
      <dgm:spPr/>
      <dgm:t>
        <a:bodyPr/>
        <a:lstStyle/>
        <a:p>
          <a:endParaRPr lang="sk-SK"/>
        </a:p>
      </dgm:t>
    </dgm:pt>
    <dgm:pt modelId="{69D65AFC-B4AF-4F1C-BAB9-6FD26F518036}">
      <dgm:prSet phldrT="[Text]"/>
      <dgm:spPr>
        <a:blipFill dpi="0" rotWithShape="0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sk-SK" dirty="0"/>
        </a:p>
      </dgm:t>
    </dgm:pt>
    <dgm:pt modelId="{0EB9F10E-8161-46BE-AF81-83FBB68143BC}" type="parTrans" cxnId="{C8789E94-9CE9-467D-8222-8E790F197AC4}">
      <dgm:prSet/>
      <dgm:spPr/>
      <dgm:t>
        <a:bodyPr/>
        <a:lstStyle/>
        <a:p>
          <a:endParaRPr lang="sk-SK"/>
        </a:p>
      </dgm:t>
    </dgm:pt>
    <dgm:pt modelId="{B38E3B11-4B7B-4BBA-827B-3A38D5E58827}" type="sibTrans" cxnId="{C8789E94-9CE9-467D-8222-8E790F197AC4}">
      <dgm:prSet/>
      <dgm:spPr/>
      <dgm:t>
        <a:bodyPr/>
        <a:lstStyle/>
        <a:p>
          <a:endParaRPr lang="sk-SK"/>
        </a:p>
      </dgm:t>
    </dgm:pt>
    <dgm:pt modelId="{40BE9E41-80DE-44BF-AD36-694ACF4AA5F2}" type="pres">
      <dgm:prSet presAssocID="{0C02F481-CAFD-466A-8804-C65702FD70C9}" presName="CompostProcess" presStyleCnt="0">
        <dgm:presLayoutVars>
          <dgm:dir/>
          <dgm:resizeHandles val="exact"/>
        </dgm:presLayoutVars>
      </dgm:prSet>
      <dgm:spPr/>
    </dgm:pt>
    <dgm:pt modelId="{EFDDBBC6-42BC-4DE0-A5B5-003EB69179B2}" type="pres">
      <dgm:prSet presAssocID="{0C02F481-CAFD-466A-8804-C65702FD70C9}" presName="arrow" presStyleLbl="bgShp" presStyleIdx="0" presStyleCnt="1"/>
      <dgm:spPr/>
    </dgm:pt>
    <dgm:pt modelId="{F9B5B4A9-03CB-4E1A-847A-FEE65DB502A7}" type="pres">
      <dgm:prSet presAssocID="{0C02F481-CAFD-466A-8804-C65702FD70C9}" presName="linearProcess" presStyleCnt="0"/>
      <dgm:spPr/>
    </dgm:pt>
    <dgm:pt modelId="{75B67289-F503-453C-8703-35C884E25394}" type="pres">
      <dgm:prSet presAssocID="{BF163F6A-BDB2-46C6-A54B-8B203A16CDDB}" presName="textNode" presStyleLbl="node1" presStyleIdx="0" presStyleCnt="5" custScaleX="79784" custScaleY="204841">
        <dgm:presLayoutVars>
          <dgm:bulletEnabled val="1"/>
        </dgm:presLayoutVars>
      </dgm:prSet>
      <dgm:spPr>
        <a:prstGeom prst="rect">
          <a:avLst/>
        </a:prstGeom>
      </dgm:spPr>
    </dgm:pt>
    <dgm:pt modelId="{7F97512D-1F1B-4A42-BD15-BAE04D14849C}" type="pres">
      <dgm:prSet presAssocID="{46B29A28-BD85-4892-9588-22ED22BE452F}" presName="sibTrans" presStyleCnt="0"/>
      <dgm:spPr/>
    </dgm:pt>
    <dgm:pt modelId="{CBEDE63E-67FD-4FE1-AE13-46C9CAB20061}" type="pres">
      <dgm:prSet presAssocID="{33FDAAB2-0A3D-4B57-A195-8589B40DA22F}" presName="textNode" presStyleLbl="node1" presStyleIdx="1" presStyleCnt="5" custScaleX="83424" custScaleY="204841">
        <dgm:presLayoutVars>
          <dgm:bulletEnabled val="1"/>
        </dgm:presLayoutVars>
      </dgm:prSet>
      <dgm:spPr>
        <a:prstGeom prst="rect">
          <a:avLst/>
        </a:prstGeom>
      </dgm:spPr>
    </dgm:pt>
    <dgm:pt modelId="{08C7D10A-F99B-4346-A645-4C4C8E7FC2D7}" type="pres">
      <dgm:prSet presAssocID="{6D796BB3-9793-4DA4-BF01-82F9948BE397}" presName="sibTrans" presStyleCnt="0"/>
      <dgm:spPr/>
    </dgm:pt>
    <dgm:pt modelId="{AF16E66F-E60E-4396-8F0E-F55E0DD7028E}" type="pres">
      <dgm:prSet presAssocID="{F8995F47-2E8D-42AF-9E81-C22BF9D9A934}" presName="textNode" presStyleLbl="node1" presStyleIdx="2" presStyleCnt="5" custScaleX="83391" custScaleY="204841">
        <dgm:presLayoutVars>
          <dgm:bulletEnabled val="1"/>
        </dgm:presLayoutVars>
      </dgm:prSet>
      <dgm:spPr>
        <a:prstGeom prst="rect">
          <a:avLst/>
        </a:prstGeom>
      </dgm:spPr>
    </dgm:pt>
    <dgm:pt modelId="{E540A556-1B70-4959-9EC1-3BA29D22C849}" type="pres">
      <dgm:prSet presAssocID="{8A6097F7-781D-413E-8E54-7A54F989AEA9}" presName="sibTrans" presStyleCnt="0"/>
      <dgm:spPr/>
    </dgm:pt>
    <dgm:pt modelId="{6F0C128E-3A30-4C81-8B0E-B36E226842F9}" type="pres">
      <dgm:prSet presAssocID="{4BBF1EFE-BEE8-41E5-8139-A52FDFC9A85F}" presName="textNode" presStyleLbl="node1" presStyleIdx="3" presStyleCnt="5" custScaleX="83436" custScaleY="204841">
        <dgm:presLayoutVars>
          <dgm:bulletEnabled val="1"/>
        </dgm:presLayoutVars>
      </dgm:prSet>
      <dgm:spPr>
        <a:prstGeom prst="rect">
          <a:avLst/>
        </a:prstGeom>
      </dgm:spPr>
    </dgm:pt>
    <dgm:pt modelId="{15FE3B83-6F35-4A3A-B6F5-6A5B1CE14A94}" type="pres">
      <dgm:prSet presAssocID="{22D564BB-45C2-436D-B199-0BB4F046CC82}" presName="sibTrans" presStyleCnt="0"/>
      <dgm:spPr/>
    </dgm:pt>
    <dgm:pt modelId="{891DC1F3-1695-4B30-BCE2-E6DFC2EB47CF}" type="pres">
      <dgm:prSet presAssocID="{69D65AFC-B4AF-4F1C-BAB9-6FD26F518036}" presName="textNode" presStyleLbl="node1" presStyleIdx="4" presStyleCnt="5" custScaleX="83396" custScaleY="204841">
        <dgm:presLayoutVars>
          <dgm:bulletEnabled val="1"/>
        </dgm:presLayoutVars>
      </dgm:prSet>
      <dgm:spPr>
        <a:prstGeom prst="rect">
          <a:avLst/>
        </a:prstGeom>
      </dgm:spPr>
    </dgm:pt>
  </dgm:ptLst>
  <dgm:cxnLst>
    <dgm:cxn modelId="{B5951C2D-EAD4-4DF0-BE0C-485436D55616}" srcId="{0C02F481-CAFD-466A-8804-C65702FD70C9}" destId="{33FDAAB2-0A3D-4B57-A195-8589B40DA22F}" srcOrd="1" destOrd="0" parTransId="{AE3290EE-63E3-4692-BB10-ADEE82A758DF}" sibTransId="{6D796BB3-9793-4DA4-BF01-82F9948BE397}"/>
    <dgm:cxn modelId="{01D2335E-8F41-4084-8337-902CB993C3E1}" srcId="{0C02F481-CAFD-466A-8804-C65702FD70C9}" destId="{F8995F47-2E8D-42AF-9E81-C22BF9D9A934}" srcOrd="2" destOrd="0" parTransId="{0498B383-34F2-48B6-ABBC-E2DEF8ED7DEA}" sibTransId="{8A6097F7-781D-413E-8E54-7A54F989AEA9}"/>
    <dgm:cxn modelId="{46C83084-335A-45B5-ADC4-8A0A1E18E829}" type="presOf" srcId="{4BBF1EFE-BEE8-41E5-8139-A52FDFC9A85F}" destId="{6F0C128E-3A30-4C81-8B0E-B36E226842F9}" srcOrd="0" destOrd="0" presId="urn:microsoft.com/office/officeart/2005/8/layout/hProcess9"/>
    <dgm:cxn modelId="{232CED8F-27E1-40D5-9A13-1DBE66F58617}" type="presOf" srcId="{BF163F6A-BDB2-46C6-A54B-8B203A16CDDB}" destId="{75B67289-F503-453C-8703-35C884E25394}" srcOrd="0" destOrd="0" presId="urn:microsoft.com/office/officeart/2005/8/layout/hProcess9"/>
    <dgm:cxn modelId="{C8789E94-9CE9-467D-8222-8E790F197AC4}" srcId="{0C02F481-CAFD-466A-8804-C65702FD70C9}" destId="{69D65AFC-B4AF-4F1C-BAB9-6FD26F518036}" srcOrd="4" destOrd="0" parTransId="{0EB9F10E-8161-46BE-AF81-83FBB68143BC}" sibTransId="{B38E3B11-4B7B-4BBA-827B-3A38D5E58827}"/>
    <dgm:cxn modelId="{BBF4FC9B-3714-4DF3-A07E-AD2BEC4B9B2D}" srcId="{0C02F481-CAFD-466A-8804-C65702FD70C9}" destId="{BF163F6A-BDB2-46C6-A54B-8B203A16CDDB}" srcOrd="0" destOrd="0" parTransId="{2BD1C410-A741-4C09-BDB5-82280F8DD951}" sibTransId="{46B29A28-BD85-4892-9588-22ED22BE452F}"/>
    <dgm:cxn modelId="{D82A679D-ADF2-4058-AC1C-2102D68E30EC}" type="presOf" srcId="{F8995F47-2E8D-42AF-9E81-C22BF9D9A934}" destId="{AF16E66F-E60E-4396-8F0E-F55E0DD7028E}" srcOrd="0" destOrd="0" presId="urn:microsoft.com/office/officeart/2005/8/layout/hProcess9"/>
    <dgm:cxn modelId="{6306C1A7-36CA-4E26-9A6C-03EE05394F78}" type="presOf" srcId="{0C02F481-CAFD-466A-8804-C65702FD70C9}" destId="{40BE9E41-80DE-44BF-AD36-694ACF4AA5F2}" srcOrd="0" destOrd="0" presId="urn:microsoft.com/office/officeart/2005/8/layout/hProcess9"/>
    <dgm:cxn modelId="{73425CDC-DFE4-45AA-958E-AB26F9BC1773}" type="presOf" srcId="{69D65AFC-B4AF-4F1C-BAB9-6FD26F518036}" destId="{891DC1F3-1695-4B30-BCE2-E6DFC2EB47CF}" srcOrd="0" destOrd="0" presId="urn:microsoft.com/office/officeart/2005/8/layout/hProcess9"/>
    <dgm:cxn modelId="{D4997EF4-739B-4C28-8E5B-E455C1716420}" srcId="{0C02F481-CAFD-466A-8804-C65702FD70C9}" destId="{4BBF1EFE-BEE8-41E5-8139-A52FDFC9A85F}" srcOrd="3" destOrd="0" parTransId="{D73AE575-BF20-4527-BA15-000EB16B4655}" sibTransId="{22D564BB-45C2-436D-B199-0BB4F046CC82}"/>
    <dgm:cxn modelId="{90BABBFD-63DD-42A5-9694-158C057507CB}" type="presOf" srcId="{33FDAAB2-0A3D-4B57-A195-8589B40DA22F}" destId="{CBEDE63E-67FD-4FE1-AE13-46C9CAB20061}" srcOrd="0" destOrd="0" presId="urn:microsoft.com/office/officeart/2005/8/layout/hProcess9"/>
    <dgm:cxn modelId="{E09CBC06-AB2A-41C9-98BF-5F306A61528A}" type="presParOf" srcId="{40BE9E41-80DE-44BF-AD36-694ACF4AA5F2}" destId="{EFDDBBC6-42BC-4DE0-A5B5-003EB69179B2}" srcOrd="0" destOrd="0" presId="urn:microsoft.com/office/officeart/2005/8/layout/hProcess9"/>
    <dgm:cxn modelId="{DF998672-E202-49C8-8102-0C0CCD519551}" type="presParOf" srcId="{40BE9E41-80DE-44BF-AD36-694ACF4AA5F2}" destId="{F9B5B4A9-03CB-4E1A-847A-FEE65DB502A7}" srcOrd="1" destOrd="0" presId="urn:microsoft.com/office/officeart/2005/8/layout/hProcess9"/>
    <dgm:cxn modelId="{C42A2BE2-13C1-41A9-B616-D82E6CE5C7FC}" type="presParOf" srcId="{F9B5B4A9-03CB-4E1A-847A-FEE65DB502A7}" destId="{75B67289-F503-453C-8703-35C884E25394}" srcOrd="0" destOrd="0" presId="urn:microsoft.com/office/officeart/2005/8/layout/hProcess9"/>
    <dgm:cxn modelId="{F1D5C9BF-F021-414F-9E84-C25505DA1DD5}" type="presParOf" srcId="{F9B5B4A9-03CB-4E1A-847A-FEE65DB502A7}" destId="{7F97512D-1F1B-4A42-BD15-BAE04D14849C}" srcOrd="1" destOrd="0" presId="urn:microsoft.com/office/officeart/2005/8/layout/hProcess9"/>
    <dgm:cxn modelId="{D4FE63F5-866C-440A-8F29-12EC1E80B368}" type="presParOf" srcId="{F9B5B4A9-03CB-4E1A-847A-FEE65DB502A7}" destId="{CBEDE63E-67FD-4FE1-AE13-46C9CAB20061}" srcOrd="2" destOrd="0" presId="urn:microsoft.com/office/officeart/2005/8/layout/hProcess9"/>
    <dgm:cxn modelId="{8CE2CA0F-68EE-48F9-B623-945F27A331A8}" type="presParOf" srcId="{F9B5B4A9-03CB-4E1A-847A-FEE65DB502A7}" destId="{08C7D10A-F99B-4346-A645-4C4C8E7FC2D7}" srcOrd="3" destOrd="0" presId="urn:microsoft.com/office/officeart/2005/8/layout/hProcess9"/>
    <dgm:cxn modelId="{45BE0674-484F-42C1-8A9A-4BB649F2DF92}" type="presParOf" srcId="{F9B5B4A9-03CB-4E1A-847A-FEE65DB502A7}" destId="{AF16E66F-E60E-4396-8F0E-F55E0DD7028E}" srcOrd="4" destOrd="0" presId="urn:microsoft.com/office/officeart/2005/8/layout/hProcess9"/>
    <dgm:cxn modelId="{B74BB079-E42B-48E6-9749-658A3A5B7E3D}" type="presParOf" srcId="{F9B5B4A9-03CB-4E1A-847A-FEE65DB502A7}" destId="{E540A556-1B70-4959-9EC1-3BA29D22C849}" srcOrd="5" destOrd="0" presId="urn:microsoft.com/office/officeart/2005/8/layout/hProcess9"/>
    <dgm:cxn modelId="{C147EA0B-F91A-48E1-BF46-6E7E7501B944}" type="presParOf" srcId="{F9B5B4A9-03CB-4E1A-847A-FEE65DB502A7}" destId="{6F0C128E-3A30-4C81-8B0E-B36E226842F9}" srcOrd="6" destOrd="0" presId="urn:microsoft.com/office/officeart/2005/8/layout/hProcess9"/>
    <dgm:cxn modelId="{6AF5A832-13B7-4BCA-8601-4BF193105396}" type="presParOf" srcId="{F9B5B4A9-03CB-4E1A-847A-FEE65DB502A7}" destId="{15FE3B83-6F35-4A3A-B6F5-6A5B1CE14A94}" srcOrd="7" destOrd="0" presId="urn:microsoft.com/office/officeart/2005/8/layout/hProcess9"/>
    <dgm:cxn modelId="{9E100ED2-CBB4-4FBB-B98D-6DE7E3E7E4A5}" type="presParOf" srcId="{F9B5B4A9-03CB-4E1A-847A-FEE65DB502A7}" destId="{891DC1F3-1695-4B30-BCE2-E6DFC2EB47CF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DDBBC6-42BC-4DE0-A5B5-003EB69179B2}">
      <dsp:nvSpPr>
        <dsp:cNvPr id="0" name=""/>
        <dsp:cNvSpPr/>
      </dsp:nvSpPr>
      <dsp:spPr>
        <a:xfrm>
          <a:off x="846962" y="0"/>
          <a:ext cx="9598914" cy="234357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B67289-F503-453C-8703-35C884E25394}">
      <dsp:nvSpPr>
        <dsp:cNvPr id="0" name=""/>
        <dsp:cNvSpPr/>
      </dsp:nvSpPr>
      <dsp:spPr>
        <a:xfrm>
          <a:off x="424" y="211666"/>
          <a:ext cx="1891975" cy="1920239"/>
        </a:xfrm>
        <a:prstGeom prst="rect">
          <a:avLst/>
        </a:prstGeom>
        <a:blipFill dpi="0" rotWithShape="0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410" tIns="232410" rIns="232410" bIns="232410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sk-SK" sz="6100" kern="1200" dirty="0"/>
        </a:p>
      </dsp:txBody>
      <dsp:txXfrm>
        <a:off x="424" y="211666"/>
        <a:ext cx="1891975" cy="1920239"/>
      </dsp:txXfrm>
    </dsp:sp>
    <dsp:sp modelId="{CBEDE63E-67FD-4FE1-AE13-46C9CAB20061}">
      <dsp:nvSpPr>
        <dsp:cNvPr id="0" name=""/>
        <dsp:cNvSpPr/>
      </dsp:nvSpPr>
      <dsp:spPr>
        <a:xfrm>
          <a:off x="2264400" y="211666"/>
          <a:ext cx="1978293" cy="1920239"/>
        </a:xfrm>
        <a:prstGeom prst="rect">
          <a:avLst/>
        </a:prstGeom>
        <a:blipFill dpi="0" rotWithShape="0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410" tIns="232410" rIns="232410" bIns="232410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sk-SK" sz="6100" kern="1200" dirty="0"/>
        </a:p>
      </dsp:txBody>
      <dsp:txXfrm>
        <a:off x="2264400" y="211666"/>
        <a:ext cx="1978293" cy="1920239"/>
      </dsp:txXfrm>
    </dsp:sp>
    <dsp:sp modelId="{AF16E66F-E60E-4396-8F0E-F55E0DD7028E}">
      <dsp:nvSpPr>
        <dsp:cNvPr id="0" name=""/>
        <dsp:cNvSpPr/>
      </dsp:nvSpPr>
      <dsp:spPr>
        <a:xfrm>
          <a:off x="4614695" y="211666"/>
          <a:ext cx="1977510" cy="1920239"/>
        </a:xfrm>
        <a:prstGeom prst="rect">
          <a:avLst/>
        </a:prstGeom>
        <a:blipFill dpi="0" rotWithShape="0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410" tIns="232410" rIns="232410" bIns="232410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sk-SK" sz="6100" kern="1200" dirty="0"/>
        </a:p>
      </dsp:txBody>
      <dsp:txXfrm>
        <a:off x="4614695" y="211666"/>
        <a:ext cx="1977510" cy="1920239"/>
      </dsp:txXfrm>
    </dsp:sp>
    <dsp:sp modelId="{6F0C128E-3A30-4C81-8B0E-B36E226842F9}">
      <dsp:nvSpPr>
        <dsp:cNvPr id="0" name=""/>
        <dsp:cNvSpPr/>
      </dsp:nvSpPr>
      <dsp:spPr>
        <a:xfrm>
          <a:off x="6964207" y="211666"/>
          <a:ext cx="1978577" cy="1920239"/>
        </a:xfrm>
        <a:prstGeom prst="rect">
          <a:avLst/>
        </a:prstGeom>
        <a:blipFill dpi="0" rotWithShape="0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410" tIns="232410" rIns="232410" bIns="232410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sk-SK" sz="6100" kern="1200" dirty="0"/>
        </a:p>
      </dsp:txBody>
      <dsp:txXfrm>
        <a:off x="6964207" y="211666"/>
        <a:ext cx="1978577" cy="1920239"/>
      </dsp:txXfrm>
    </dsp:sp>
    <dsp:sp modelId="{891DC1F3-1695-4B30-BCE2-E6DFC2EB47CF}">
      <dsp:nvSpPr>
        <dsp:cNvPr id="0" name=""/>
        <dsp:cNvSpPr/>
      </dsp:nvSpPr>
      <dsp:spPr>
        <a:xfrm>
          <a:off x="9314786" y="211666"/>
          <a:ext cx="1977629" cy="1920239"/>
        </a:xfrm>
        <a:prstGeom prst="rect">
          <a:avLst/>
        </a:prstGeom>
        <a:blipFill dpi="0" rotWithShape="0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20" tIns="236220" rIns="236220" bIns="236220" numCol="1" spcCol="1270" anchor="ctr" anchorCtr="0">
          <a:noAutofit/>
        </a:bodyPr>
        <a:lstStyle/>
        <a:p>
          <a:pPr marL="0" lvl="0" indent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sk-SK" sz="6200" kern="1200" dirty="0"/>
        </a:p>
      </dsp:txBody>
      <dsp:txXfrm>
        <a:off x="9314786" y="211666"/>
        <a:ext cx="1977629" cy="19202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0638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Scene Generation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971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A8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Text Prompts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3931920"/>
            <a:ext cx="640080" cy="36576"/>
          </a:xfrm>
          <a:prstGeom prst="rect">
            <a:avLst/>
          </a:prstGeom>
          <a:solidFill>
            <a:srgbClr val="F59F0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 err="1">
                <a:solidFill>
                  <a:srgbClr val="C8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Návrh</a:t>
            </a:r>
            <a:r>
              <a:rPr lang="en-US" sz="1600" dirty="0">
                <a:solidFill>
                  <a:srgbClr val="C8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C8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riešenia</a:t>
            </a:r>
            <a:r>
              <a:rPr lang="en-US" sz="1600" dirty="0">
                <a:solidFill>
                  <a:srgbClr val="C8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pipeline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Šimon </a:t>
            </a:r>
            <a:r>
              <a:rPr lang="sk-SK" sz="1100" dirty="0">
                <a:solidFill>
                  <a:srgbClr val="8A9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Hajkovský </a:t>
            </a:r>
            <a:r>
              <a:rPr lang="en-US" sz="1100" dirty="0">
                <a:solidFill>
                  <a:srgbClr val="8A9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</a:t>
            </a:r>
            <a:r>
              <a:rPr lang="sk-SK" sz="1100" dirty="0">
                <a:solidFill>
                  <a:srgbClr val="8A9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Ročníkový projekt </a:t>
            </a:r>
            <a:r>
              <a:rPr lang="en-US" sz="1100" dirty="0">
                <a:solidFill>
                  <a:srgbClr val="8A9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máj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Exploring 3D gaussian splatting: A new frontier in 3D graphics">
            <a:extLst>
              <a:ext uri="{FF2B5EF4-FFF2-40B4-BE49-F238E27FC236}">
                <a16:creationId xmlns:a16="http://schemas.microsoft.com/office/drawing/2014/main" id="{64F4E73F-5739-3B17-5E77-6ECB7EBC73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35" r="16261"/>
          <a:stretch>
            <a:fillRect/>
          </a:stretch>
        </p:blipFill>
        <p:spPr bwMode="auto">
          <a:xfrm>
            <a:off x="6217920" y="1737360"/>
            <a:ext cx="5486400" cy="4389120"/>
          </a:xfrm>
          <a:prstGeom prst="rect">
            <a:avLst/>
          </a:prstGeom>
          <a:solidFill>
            <a:srgbClr val="FFFFFF">
              <a:shade val="85000"/>
            </a:srgbClr>
          </a:solidFill>
          <a:ln w="19050" cap="sq">
            <a:solidFill>
              <a:srgbClr val="4C6EF5"/>
            </a:solidFill>
            <a:prstDash val="solid"/>
            <a:miter lim="800000"/>
          </a:ln>
          <a:effectLst/>
        </p:spPr>
      </p:pic>
      <p:sp>
        <p:nvSpPr>
          <p:cNvPr id="2" name="Text 0"/>
          <p:cNvSpPr/>
          <p:nvPr/>
        </p:nvSpPr>
        <p:spPr>
          <a:xfrm>
            <a:off x="45720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Editovateľná 3D scéna z reálnych fotografií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Vstup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>
              <a:solidFill>
                <a:srgbClr val="1A1A2E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Sada fotografií / video reálnej 3D scény (napr. izba, exteriér)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Výstup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>
              <a:solidFill>
                <a:srgbClr val="1A1A2E"/>
              </a:solidFill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rgbClr val="1A1A2E"/>
                </a:solidFill>
              </a:rPr>
              <a:t>Fotorealistická</a:t>
            </a:r>
            <a:r>
              <a:rPr lang="en-US" sz="1400" dirty="0">
                <a:solidFill>
                  <a:srgbClr val="1A1A2E"/>
                </a:solidFill>
              </a:rPr>
              <a:t> 3D reprezentácia + scene graph,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upraviteľná pomocou textových / obrázkových promptov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737360"/>
            <a:ext cx="5486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 Scene Generation Pipeline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828800" cy="1645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8288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Structure-from-Motion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</a:rPr>
              <a:t>Riedky pointcloud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</a:rPr>
              <a:t>+ pozície kamier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2834640"/>
            <a:ext cx="64008" cy="0"/>
          </a:xfrm>
          <a:prstGeom prst="line">
            <a:avLst/>
          </a:prstGeom>
          <a:noFill/>
          <a:ln w="12700">
            <a:solidFill>
              <a:srgbClr val="8A8FA3"/>
            </a:solidFill>
            <a:prstDash val="solid"/>
            <a:tailEnd type="triangle"/>
          </a:ln>
        </p:spPr>
        <p:txBody>
          <a:bodyPr/>
          <a:lstStyle/>
          <a:p>
            <a:endParaRPr lang="sk-SK"/>
          </a:p>
        </p:txBody>
      </p:sp>
      <p:sp>
        <p:nvSpPr>
          <p:cNvPr id="10" name="Shape 8"/>
          <p:cNvSpPr/>
          <p:nvPr/>
        </p:nvSpPr>
        <p:spPr>
          <a:xfrm>
            <a:off x="2350008" y="2011680"/>
            <a:ext cx="1828800" cy="1645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2350008" y="2011680"/>
            <a:ext cx="18288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2" name="Text 10"/>
          <p:cNvSpPr/>
          <p:nvPr/>
        </p:nvSpPr>
        <p:spPr>
          <a:xfrm>
            <a:off x="2441448" y="2148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41448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segmentácia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41448" y="2971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</a:rPr>
              <a:t>Masky + CLIP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</a:rPr>
              <a:t>embeddings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78808" y="2834640"/>
            <a:ext cx="64008" cy="0"/>
          </a:xfrm>
          <a:prstGeom prst="line">
            <a:avLst/>
          </a:prstGeom>
          <a:noFill/>
          <a:ln w="12700">
            <a:solidFill>
              <a:srgbClr val="8A8FA3"/>
            </a:solidFill>
            <a:prstDash val="solid"/>
            <a:tailEnd type="triangle"/>
          </a:ln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4242816" y="2011680"/>
            <a:ext cx="1828800" cy="1645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7" name="Shape 15"/>
          <p:cNvSpPr/>
          <p:nvPr/>
        </p:nvSpPr>
        <p:spPr>
          <a:xfrm>
            <a:off x="4242816" y="2011680"/>
            <a:ext cx="18288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8" name="Text 16"/>
          <p:cNvSpPr/>
          <p:nvPr/>
        </p:nvSpPr>
        <p:spPr>
          <a:xfrm>
            <a:off x="4334256" y="2148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34256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2D→3D lifting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34256" y="2971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</a:rPr>
              <a:t>Sémantický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</a:rPr>
              <a:t>pointcloud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71616" y="2834640"/>
            <a:ext cx="64008" cy="0"/>
          </a:xfrm>
          <a:prstGeom prst="line">
            <a:avLst/>
          </a:prstGeom>
          <a:noFill/>
          <a:ln w="12700">
            <a:solidFill>
              <a:srgbClr val="8A8FA3"/>
            </a:solidFill>
            <a:prstDash val="solid"/>
            <a:tailEnd type="triangle"/>
          </a:ln>
        </p:spPr>
        <p:txBody>
          <a:bodyPr/>
          <a:lstStyle/>
          <a:p>
            <a:endParaRPr lang="sk-SK"/>
          </a:p>
        </p:txBody>
      </p:sp>
      <p:sp>
        <p:nvSpPr>
          <p:cNvPr id="22" name="Shape 20"/>
          <p:cNvSpPr/>
          <p:nvPr/>
        </p:nvSpPr>
        <p:spPr>
          <a:xfrm>
            <a:off x="6135624" y="2011680"/>
            <a:ext cx="1828800" cy="1645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3" name="Shape 21"/>
          <p:cNvSpPr/>
          <p:nvPr/>
        </p:nvSpPr>
        <p:spPr>
          <a:xfrm>
            <a:off x="6135624" y="2011680"/>
            <a:ext cx="18288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4" name="Text 22"/>
          <p:cNvSpPr/>
          <p:nvPr/>
        </p:nvSpPr>
        <p:spPr>
          <a:xfrm>
            <a:off x="6227064" y="2148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27064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graph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27064" y="2971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</a:rPr>
              <a:t>Objekty + vzťahy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</a:rPr>
              <a:t>(uzly + hrany)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964424" y="2834640"/>
            <a:ext cx="64008" cy="0"/>
          </a:xfrm>
          <a:prstGeom prst="line">
            <a:avLst/>
          </a:prstGeom>
          <a:noFill/>
          <a:ln w="12700">
            <a:solidFill>
              <a:srgbClr val="8A8FA3"/>
            </a:solidFill>
            <a:prstDash val="solid"/>
            <a:tailEnd type="triangle"/>
          </a:ln>
        </p:spPr>
        <p:txBody>
          <a:bodyPr/>
          <a:lstStyle/>
          <a:p>
            <a:endParaRPr lang="sk-SK"/>
          </a:p>
        </p:txBody>
      </p:sp>
      <p:sp>
        <p:nvSpPr>
          <p:cNvPr id="28" name="Shape 26"/>
          <p:cNvSpPr/>
          <p:nvPr/>
        </p:nvSpPr>
        <p:spPr>
          <a:xfrm>
            <a:off x="8028432" y="2011680"/>
            <a:ext cx="1828800" cy="1645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9" name="Shape 27"/>
          <p:cNvSpPr/>
          <p:nvPr/>
        </p:nvSpPr>
        <p:spPr>
          <a:xfrm>
            <a:off x="8028432" y="2011680"/>
            <a:ext cx="18288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0" name="Text 28"/>
          <p:cNvSpPr/>
          <p:nvPr/>
        </p:nvSpPr>
        <p:spPr>
          <a:xfrm>
            <a:off x="8119872" y="2148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19872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editing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19872" y="2971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</a:rPr>
              <a:t>Upravená scéna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</a:rPr>
              <a:t>(text / image)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857232" y="2834640"/>
            <a:ext cx="64008" cy="0"/>
          </a:xfrm>
          <a:prstGeom prst="line">
            <a:avLst/>
          </a:prstGeom>
          <a:noFill/>
          <a:ln w="12700">
            <a:solidFill>
              <a:srgbClr val="8A8FA3"/>
            </a:solidFill>
            <a:prstDash val="solid"/>
            <a:tailEnd type="triangle"/>
          </a:ln>
        </p:spPr>
        <p:txBody>
          <a:bodyPr/>
          <a:lstStyle/>
          <a:p>
            <a:endParaRPr lang="sk-SK"/>
          </a:p>
        </p:txBody>
      </p:sp>
      <p:sp>
        <p:nvSpPr>
          <p:cNvPr id="34" name="Shape 32"/>
          <p:cNvSpPr/>
          <p:nvPr/>
        </p:nvSpPr>
        <p:spPr>
          <a:xfrm>
            <a:off x="9921240" y="2011680"/>
            <a:ext cx="1828800" cy="1645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5" name="Shape 33"/>
          <p:cNvSpPr/>
          <p:nvPr/>
        </p:nvSpPr>
        <p:spPr>
          <a:xfrm>
            <a:off x="9921240" y="2011680"/>
            <a:ext cx="18288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6" name="Text 34"/>
          <p:cNvSpPr/>
          <p:nvPr/>
        </p:nvSpPr>
        <p:spPr>
          <a:xfrm>
            <a:off x="10012680" y="2148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012680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Splatting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12680" y="2971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</a:rPr>
              <a:t>Real-time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</a:rPr>
              <a:t>rendering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 Scene Generation Pipeline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3" name="Diagram 42">
            <a:extLst>
              <a:ext uri="{FF2B5EF4-FFF2-40B4-BE49-F238E27FC236}">
                <a16:creationId xmlns:a16="http://schemas.microsoft.com/office/drawing/2014/main" id="{21257975-5B93-29F1-36DD-11C3F8520D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9662293"/>
              </p:ext>
            </p:extLst>
          </p:nvPr>
        </p:nvGraphicFramePr>
        <p:xfrm>
          <a:off x="457200" y="3794760"/>
          <a:ext cx="11292840" cy="2343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Photogrammetry Testing 8: COLMAP – Prof. Peter L. Falkingham">
            <a:extLst>
              <a:ext uri="{FF2B5EF4-FFF2-40B4-BE49-F238E27FC236}">
                <a16:creationId xmlns:a16="http://schemas.microsoft.com/office/drawing/2014/main" id="{5A5A590C-1221-05AC-9C63-AAE6CB8FC8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2" b="9451"/>
          <a:stretch>
            <a:fillRect/>
          </a:stretch>
        </p:blipFill>
        <p:spPr bwMode="auto">
          <a:xfrm>
            <a:off x="6126479" y="1235242"/>
            <a:ext cx="4652542" cy="2925278"/>
          </a:xfrm>
          <a:prstGeom prst="rect">
            <a:avLst/>
          </a:prstGeom>
          <a:noFill/>
          <a:ln w="19050">
            <a:solidFill>
              <a:srgbClr val="4C6EF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457200" y="411480"/>
            <a:ext cx="50292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Structure-from-Motion (SfM)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VSTUP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0" y="1508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VÝSTUP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>
              <a:solidFill>
                <a:srgbClr val="1A1A2E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Sada RGB obrázkov / video scény z rôznych uhlov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7099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>
              <a:solidFill>
                <a:srgbClr val="1A1A2E"/>
              </a:solidFill>
            </a:endParaRPr>
          </a:p>
          <a:p>
            <a:pPr marL="0" indent="0">
              <a:buNone/>
            </a:pPr>
            <a:r>
              <a:rPr lang="en-US" sz="1100" dirty="0" err="1">
                <a:solidFill>
                  <a:srgbClr val="1A1A2E"/>
                </a:solidFill>
              </a:rPr>
              <a:t>Pozície</a:t>
            </a:r>
            <a:r>
              <a:rPr lang="en-US" sz="1100" dirty="0">
                <a:solidFill>
                  <a:srgbClr val="1A1A2E"/>
                </a:solidFill>
              </a:rPr>
              <a:t> kamier (R, t) + riedky 3D pointcloud + 2D-3D korespondencie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k-SK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POPIS PROCESU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862072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endParaRPr lang="en-US" sz="1100" dirty="0">
              <a:solidFill>
                <a:srgbClr val="5A6178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5A6178"/>
                </a:solidFill>
              </a:rPr>
              <a:t>Dete</a:t>
            </a:r>
            <a:r>
              <a:rPr lang="sk-SK" sz="1100" dirty="0" err="1">
                <a:solidFill>
                  <a:srgbClr val="5A6178"/>
                </a:solidFill>
              </a:rPr>
              <a:t>kcia</a:t>
            </a:r>
            <a:r>
              <a:rPr lang="sk-SK" sz="1100" dirty="0">
                <a:solidFill>
                  <a:srgbClr val="5A6178"/>
                </a:solidFill>
              </a:rPr>
              <a:t> </a:t>
            </a:r>
            <a:r>
              <a:rPr lang="en-US" sz="1100" dirty="0">
                <a:solidFill>
                  <a:srgbClr val="5A6178"/>
                </a:solidFill>
              </a:rPr>
              <a:t>features v každom obrázku (SIFT / SuperPoint)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 err="1">
                <a:solidFill>
                  <a:srgbClr val="5A6178"/>
                </a:solidFill>
              </a:rPr>
              <a:t>Spárova</a:t>
            </a:r>
            <a:r>
              <a:rPr lang="sk-SK" sz="1100" dirty="0">
                <a:solidFill>
                  <a:srgbClr val="5A6178"/>
                </a:solidFill>
              </a:rPr>
              <a:t>nie</a:t>
            </a:r>
            <a:r>
              <a:rPr lang="en-US" sz="1100" dirty="0">
                <a:solidFill>
                  <a:srgbClr val="5A6178"/>
                </a:solidFill>
              </a:rPr>
              <a:t> features medzi pármi obrázkov (matching)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 err="1">
                <a:solidFill>
                  <a:srgbClr val="5A6178"/>
                </a:solidFill>
              </a:rPr>
              <a:t>Odhadn</a:t>
            </a:r>
            <a:r>
              <a:rPr lang="sk-SK" sz="1100" dirty="0" err="1">
                <a:solidFill>
                  <a:srgbClr val="5A6178"/>
                </a:solidFill>
              </a:rPr>
              <a:t>utie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relatívn</a:t>
            </a:r>
            <a:r>
              <a:rPr lang="sk-SK" sz="1100" dirty="0" err="1">
                <a:solidFill>
                  <a:srgbClr val="5A6178"/>
                </a:solidFill>
              </a:rPr>
              <a:t>ych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póz</a:t>
            </a:r>
            <a:r>
              <a:rPr lang="en-US" sz="1100" dirty="0">
                <a:solidFill>
                  <a:srgbClr val="5A6178"/>
                </a:solidFill>
              </a:rPr>
              <a:t> kamier cez epipolárnu geometriu + RANSAC (MAGSAC++)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 err="1">
                <a:solidFill>
                  <a:srgbClr val="5A6178"/>
                </a:solidFill>
              </a:rPr>
              <a:t>Triangul</a:t>
            </a:r>
            <a:r>
              <a:rPr lang="sk-SK" sz="1100" dirty="0" err="1">
                <a:solidFill>
                  <a:srgbClr val="5A6178"/>
                </a:solidFill>
              </a:rPr>
              <a:t>ácia</a:t>
            </a:r>
            <a:r>
              <a:rPr lang="sk-SK" sz="1100" dirty="0">
                <a:solidFill>
                  <a:srgbClr val="5A6178"/>
                </a:solidFill>
              </a:rPr>
              <a:t> </a:t>
            </a:r>
            <a:r>
              <a:rPr lang="en-US" sz="1100" dirty="0">
                <a:solidFill>
                  <a:srgbClr val="5A6178"/>
                </a:solidFill>
              </a:rPr>
              <a:t>2D korespondencie do 3D bodov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 err="1">
                <a:solidFill>
                  <a:srgbClr val="5A6178"/>
                </a:solidFill>
              </a:rPr>
              <a:t>Globálne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optimalizova</a:t>
            </a:r>
            <a:r>
              <a:rPr lang="sk-SK" sz="1100" dirty="0">
                <a:solidFill>
                  <a:srgbClr val="5A6178"/>
                </a:solidFill>
              </a:rPr>
              <a:t>nie</a:t>
            </a:r>
            <a:r>
              <a:rPr lang="en-US" sz="1100" dirty="0">
                <a:solidFill>
                  <a:srgbClr val="5A6178"/>
                </a:solidFill>
              </a:rPr>
              <a:t> pózy + 3D body (Bundle Adjustment)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6000" y="42336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KANDIDÁTI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96000" y="4507992"/>
            <a:ext cx="5577840" cy="914400"/>
          </a:xfrm>
          <a:prstGeom prst="rect">
            <a:avLst/>
          </a:prstGeom>
          <a:solidFill>
            <a:srgbClr val="EAF1FF"/>
          </a:solidFill>
          <a:ln w="19050">
            <a:solidFill>
              <a:srgbClr val="4C6EF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6096000" y="4507992"/>
            <a:ext cx="73152" cy="914400"/>
          </a:xfrm>
          <a:prstGeom prst="rect">
            <a:avLst/>
          </a:prstGeom>
          <a:solidFill>
            <a:srgbClr val="4C6E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7" name="Text 15"/>
          <p:cNvSpPr/>
          <p:nvPr/>
        </p:nvSpPr>
        <p:spPr>
          <a:xfrm>
            <a:off x="6324600" y="4599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COLMAP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4600" y="4892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</a:rPr>
              <a:t>Štandard. Robustný, dobre dokumentovaný, široko používaný v 3DGS/NeRF pipeline-och.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96000" y="5532120"/>
            <a:ext cx="557784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Text 19"/>
          <p:cNvSpPr/>
          <p:nvPr/>
        </p:nvSpPr>
        <p:spPr>
          <a:xfrm>
            <a:off x="6260592" y="5623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MASt3R / VGGSfM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0592" y="591616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178"/>
                </a:solidFill>
              </a:rPr>
              <a:t>Learned SfM, lepší na ťažké scény (textureless, málo obrázkov). Novšie, menej zrelé.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 Scene Generation Pipeline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segmentácia objektov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VSTUP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0" y="1508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VÝSTUP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>
              <a:solidFill>
                <a:srgbClr val="1A1A2E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RGB obrázky (tie isté ako pre SfM)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7099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>
              <a:solidFill>
                <a:srgbClr val="1A1A2E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Pre každý obrázok: masky inštancií + CLIP embedding / textový label pre každú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sk-SK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POPIS PROCESU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862072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endParaRPr lang="en-US" sz="1100" dirty="0">
              <a:solidFill>
                <a:srgbClr val="5A6178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5A6178"/>
                </a:solidFill>
              </a:rPr>
              <a:t>Dete</a:t>
            </a:r>
            <a:r>
              <a:rPr lang="sk-SK" sz="1100" dirty="0" err="1">
                <a:solidFill>
                  <a:srgbClr val="5A6178"/>
                </a:solidFill>
              </a:rPr>
              <a:t>kcia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objekt</a:t>
            </a:r>
            <a:r>
              <a:rPr lang="sk-SK" sz="1100" dirty="0" err="1">
                <a:solidFill>
                  <a:srgbClr val="5A6178"/>
                </a:solidFill>
              </a:rPr>
              <a:t>ov</a:t>
            </a:r>
            <a:r>
              <a:rPr lang="en-US" sz="1100" dirty="0">
                <a:solidFill>
                  <a:srgbClr val="5A6178"/>
                </a:solidFill>
              </a:rPr>
              <a:t> (Grounding DINO</a:t>
            </a:r>
            <a:r>
              <a:rPr lang="sk-SK" sz="1100" dirty="0">
                <a:solidFill>
                  <a:srgbClr val="5A6178"/>
                </a:solidFill>
              </a:rPr>
              <a:t> + </a:t>
            </a:r>
            <a:r>
              <a:rPr lang="en-US" sz="1100" dirty="0">
                <a:solidFill>
                  <a:srgbClr val="5A6178"/>
                </a:solidFill>
              </a:rPr>
              <a:t>SAM</a:t>
            </a:r>
            <a:r>
              <a:rPr lang="sk-SK" sz="1100" dirty="0">
                <a:solidFill>
                  <a:srgbClr val="5A6178"/>
                </a:solidFill>
              </a:rPr>
              <a:t> 2</a:t>
            </a:r>
            <a:r>
              <a:rPr lang="en-US" sz="1100" dirty="0">
                <a:solidFill>
                  <a:srgbClr val="5A6178"/>
                </a:solidFill>
              </a:rPr>
              <a:t>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5A6178"/>
                </a:solidFill>
              </a:rPr>
              <a:t>Vygenerovať presné masky pre každý </a:t>
            </a:r>
            <a:r>
              <a:rPr lang="en-US" sz="1100" dirty="0" err="1">
                <a:solidFill>
                  <a:srgbClr val="5A6178"/>
                </a:solidFill>
              </a:rPr>
              <a:t>objekt</a:t>
            </a:r>
            <a:r>
              <a:rPr lang="en-US" sz="1100" dirty="0">
                <a:solidFill>
                  <a:srgbClr val="5A6178"/>
                </a:solidFill>
              </a:rPr>
              <a:t> (SAM 2)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 err="1">
                <a:solidFill>
                  <a:srgbClr val="5A6178"/>
                </a:solidFill>
              </a:rPr>
              <a:t>Spočítať</a:t>
            </a:r>
            <a:r>
              <a:rPr lang="en-US" sz="1100" dirty="0">
                <a:solidFill>
                  <a:srgbClr val="5A6178"/>
                </a:solidFill>
              </a:rPr>
              <a:t> CLIP </a:t>
            </a:r>
            <a:r>
              <a:rPr lang="en-US" sz="1100" dirty="0" err="1">
                <a:solidFill>
                  <a:srgbClr val="5A6178"/>
                </a:solidFill>
              </a:rPr>
              <a:t>vektor</a:t>
            </a:r>
            <a:r>
              <a:rPr lang="en-US" sz="1100" dirty="0">
                <a:solidFill>
                  <a:srgbClr val="5A6178"/>
                </a:solidFill>
              </a:rPr>
              <a:t> (</a:t>
            </a:r>
            <a:r>
              <a:rPr lang="en-US" sz="1100" dirty="0" err="1">
                <a:solidFill>
                  <a:srgbClr val="5A6178"/>
                </a:solidFill>
              </a:rPr>
              <a:t>sémantický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popis</a:t>
            </a:r>
            <a:r>
              <a:rPr lang="en-US" sz="1100" dirty="0">
                <a:solidFill>
                  <a:srgbClr val="5A6178"/>
                </a:solidFill>
              </a:rPr>
              <a:t>) pre </a:t>
            </a:r>
            <a:r>
              <a:rPr lang="en-US" sz="1100" dirty="0" err="1">
                <a:solidFill>
                  <a:srgbClr val="5A6178"/>
                </a:solidFill>
              </a:rPr>
              <a:t>každú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masku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 err="1">
                <a:solidFill>
                  <a:srgbClr val="5A6178"/>
                </a:solidFill>
              </a:rPr>
              <a:t>Priradiť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textový</a:t>
            </a:r>
            <a:r>
              <a:rPr lang="en-US" sz="1100" dirty="0">
                <a:solidFill>
                  <a:srgbClr val="5A6178"/>
                </a:solidFill>
              </a:rPr>
              <a:t> label z </a:t>
            </a:r>
            <a:r>
              <a:rPr lang="en-US" sz="1100" dirty="0" err="1">
                <a:solidFill>
                  <a:srgbClr val="5A6178"/>
                </a:solidFill>
              </a:rPr>
              <a:t>otvoreného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slovníka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1508760"/>
            <a:ext cx="5577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26480" y="27969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KANDIDÁTI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3071264"/>
            <a:ext cx="5577840" cy="914400"/>
          </a:xfrm>
          <a:prstGeom prst="rect">
            <a:avLst/>
          </a:prstGeom>
          <a:solidFill>
            <a:srgbClr val="EAF1FF"/>
          </a:solidFill>
          <a:ln w="19050">
            <a:solidFill>
              <a:srgbClr val="4C6EF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6126480" y="3071264"/>
            <a:ext cx="73152" cy="914400"/>
          </a:xfrm>
          <a:prstGeom prst="rect">
            <a:avLst/>
          </a:prstGeom>
          <a:solidFill>
            <a:srgbClr val="4C6E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7" name="Text 15"/>
          <p:cNvSpPr/>
          <p:nvPr/>
        </p:nvSpPr>
        <p:spPr>
          <a:xfrm>
            <a:off x="6355080" y="31627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Grounded-SAM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34553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</a:rPr>
              <a:t>Open-vocabulary, masky + CLIP v jednom pipeline. Stabilné v produkcii, dobrá kvalita masiek.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4095392"/>
            <a:ext cx="557784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Text 19"/>
          <p:cNvSpPr/>
          <p:nvPr/>
        </p:nvSpPr>
        <p:spPr>
          <a:xfrm>
            <a:off x="6291072" y="4186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ODISE / OpenSeeD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91072" y="44794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178"/>
                </a:solidFill>
              </a:rPr>
              <a:t>Open-vocab panoptic. Náročnejšie na nastavenie, podobné výsledky.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5119520"/>
            <a:ext cx="557784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4" name="Text 22"/>
          <p:cNvSpPr/>
          <p:nvPr/>
        </p:nvSpPr>
        <p:spPr>
          <a:xfrm>
            <a:off x="6291072" y="5210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YOLO-World + SAM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91072" y="550356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178"/>
                </a:solidFill>
              </a:rPr>
              <a:t>Rýchlejšie, ale slabšie pre menej časté objekty.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 Scene Generation Pipeline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pic>
        <p:nvPicPr>
          <p:cNvPr id="29" name="Obrázok 28">
            <a:extLst>
              <a:ext uri="{FF2B5EF4-FFF2-40B4-BE49-F238E27FC236}">
                <a16:creationId xmlns:a16="http://schemas.microsoft.com/office/drawing/2014/main" id="{C1EF72D9-102B-DE43-70D1-E4B22E1881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31" b="19101"/>
          <a:stretch>
            <a:fillRect/>
          </a:stretch>
        </p:blipFill>
        <p:spPr>
          <a:xfrm>
            <a:off x="6126480" y="1092065"/>
            <a:ext cx="5577840" cy="1628275"/>
          </a:xfrm>
          <a:prstGeom prst="rect">
            <a:avLst/>
          </a:prstGeom>
          <a:ln w="19050">
            <a:solidFill>
              <a:srgbClr val="4C6EF5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6BDA726E-851A-3EA3-506C-0AD83B5D9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0" y="690826"/>
            <a:ext cx="5577840" cy="2477490"/>
          </a:xfrm>
          <a:prstGeom prst="rect">
            <a:avLst/>
          </a:prstGeom>
          <a:noFill/>
          <a:ln w="19050">
            <a:solidFill>
              <a:srgbClr val="4C6EF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457200" y="411480"/>
            <a:ext cx="50292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→ 3D lifting (sémantický pointcloud)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VSTUP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0" y="1508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VÝSTUP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>
              <a:solidFill>
                <a:srgbClr val="1A1A2E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3D pointcloud + kamery (zo Stage 01) + 2D masky a embeddings (zo Stage 02)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7099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>
              <a:solidFill>
                <a:srgbClr val="1A1A2E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3D pointcloud kde každý bod má (x, y, z) + CLIP embedding + instance 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sk-SK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POPIS PROCESU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862072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endParaRPr lang="en-US" sz="1100" dirty="0">
              <a:solidFill>
                <a:srgbClr val="5A6178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 err="1">
                <a:solidFill>
                  <a:srgbClr val="5A6178"/>
                </a:solidFill>
              </a:rPr>
              <a:t>Premietnu</a:t>
            </a:r>
            <a:r>
              <a:rPr lang="sk-SK" sz="1100" dirty="0">
                <a:solidFill>
                  <a:srgbClr val="5A6178"/>
                </a:solidFill>
              </a:rPr>
              <a:t>tie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každ</a:t>
            </a:r>
            <a:r>
              <a:rPr lang="sk-SK" sz="1100" dirty="0" err="1">
                <a:solidFill>
                  <a:srgbClr val="5A6178"/>
                </a:solidFill>
              </a:rPr>
              <a:t>ého</a:t>
            </a:r>
            <a:r>
              <a:rPr lang="en-US" sz="1100" dirty="0">
                <a:solidFill>
                  <a:srgbClr val="5A6178"/>
                </a:solidFill>
              </a:rPr>
              <a:t> 3D bod</a:t>
            </a:r>
            <a:r>
              <a:rPr lang="sk-SK" sz="1100" dirty="0">
                <a:solidFill>
                  <a:srgbClr val="5A6178"/>
                </a:solidFill>
              </a:rPr>
              <a:t>u</a:t>
            </a:r>
            <a:r>
              <a:rPr lang="en-US" sz="1100" dirty="0">
                <a:solidFill>
                  <a:srgbClr val="5A6178"/>
                </a:solidFill>
              </a:rPr>
              <a:t> do všetkých obrázkov (projection cez kamery)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sk-SK" sz="1100" dirty="0">
                <a:solidFill>
                  <a:srgbClr val="5A6178"/>
                </a:solidFill>
              </a:rPr>
              <a:t>Zozbieranie masky p</a:t>
            </a:r>
            <a:r>
              <a:rPr lang="en-US" sz="1100" dirty="0">
                <a:solidFill>
                  <a:srgbClr val="5A6178"/>
                </a:solidFill>
              </a:rPr>
              <a:t>re každý bod a CLIP embeddings v ktorých leží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 err="1">
                <a:solidFill>
                  <a:srgbClr val="5A6178"/>
                </a:solidFill>
              </a:rPr>
              <a:t>Spárova</a:t>
            </a:r>
            <a:r>
              <a:rPr lang="sk-SK" sz="1100" dirty="0">
                <a:solidFill>
                  <a:srgbClr val="5A6178"/>
                </a:solidFill>
              </a:rPr>
              <a:t>nie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inštanc</a:t>
            </a:r>
            <a:r>
              <a:rPr lang="sk-SK" sz="1100" dirty="0" err="1">
                <a:solidFill>
                  <a:srgbClr val="5A6178"/>
                </a:solidFill>
              </a:rPr>
              <a:t>ií</a:t>
            </a:r>
            <a:r>
              <a:rPr lang="en-US" sz="1100" dirty="0">
                <a:solidFill>
                  <a:srgbClr val="5A6178"/>
                </a:solidFill>
              </a:rPr>
              <a:t> cez viewy (multi-view association)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 err="1">
                <a:solidFill>
                  <a:srgbClr val="5A6178"/>
                </a:solidFill>
              </a:rPr>
              <a:t>Agregova</a:t>
            </a:r>
            <a:r>
              <a:rPr lang="sk-SK" sz="1100" dirty="0">
                <a:solidFill>
                  <a:srgbClr val="5A6178"/>
                </a:solidFill>
              </a:rPr>
              <a:t>nie</a:t>
            </a:r>
            <a:r>
              <a:rPr lang="en-US" sz="1100" dirty="0">
                <a:solidFill>
                  <a:srgbClr val="5A6178"/>
                </a:solidFill>
              </a:rPr>
              <a:t> CLIP embeddings (mitigácia outlierov)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 err="1">
                <a:solidFill>
                  <a:srgbClr val="5A6178"/>
                </a:solidFill>
              </a:rPr>
              <a:t>Prirad</a:t>
            </a:r>
            <a:r>
              <a:rPr lang="sk-SK" sz="1100" dirty="0" err="1">
                <a:solidFill>
                  <a:srgbClr val="5A6178"/>
                </a:solidFill>
              </a:rPr>
              <a:t>enie</a:t>
            </a:r>
            <a:r>
              <a:rPr lang="en-US" sz="1100" dirty="0">
                <a:solidFill>
                  <a:srgbClr val="5A6178"/>
                </a:solidFill>
              </a:rPr>
              <a:t> každému 3D bodu instance ID + finálny embedding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3246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KANDIDÁTI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3520440"/>
            <a:ext cx="5577840" cy="914400"/>
          </a:xfrm>
          <a:prstGeom prst="rect">
            <a:avLst/>
          </a:prstGeom>
          <a:solidFill>
            <a:srgbClr val="EAF1FF"/>
          </a:solidFill>
          <a:ln w="19050">
            <a:solidFill>
              <a:srgbClr val="4C6EF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6126480" y="3520440"/>
            <a:ext cx="73152" cy="914400"/>
          </a:xfrm>
          <a:prstGeom prst="rect">
            <a:avLst/>
          </a:prstGeom>
          <a:solidFill>
            <a:srgbClr val="4C6E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7" name="Text 15"/>
          <p:cNvSpPr/>
          <p:nvPr/>
        </p:nvSpPr>
        <p:spPr>
          <a:xfrm>
            <a:off x="6355080" y="3611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ConceptGraphs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390448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</a:rPr>
              <a:t>Kanonická referencia. Modulárna pipeline, dobre dokumentovaná, open-source, ľahko prispôsobiteľná.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4544568"/>
            <a:ext cx="557784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Text 19"/>
          <p:cNvSpPr/>
          <p:nvPr/>
        </p:nvSpPr>
        <p:spPr>
          <a:xfrm>
            <a:off x="6291072" y="4636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OpenMask3D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91072" y="492861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178"/>
                </a:solidFill>
              </a:rPr>
              <a:t>3D instance seg cez SAM + CLIP, ale potrebuje hustý pointcloud (MVS). Pomalšie.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5568696"/>
            <a:ext cx="557784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4" name="Text 22"/>
          <p:cNvSpPr/>
          <p:nvPr/>
        </p:nvSpPr>
        <p:spPr>
          <a:xfrm>
            <a:off x="6291072" y="56601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OV-SAM3D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91072" y="595274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178"/>
                </a:solidFill>
              </a:rPr>
              <a:t>Training-free, superpoints + SAM. Menej dokumentované.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 Scene Generation Pipeline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graph — objekty a vzťahy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VSTUP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0" y="1508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VÝSTUP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>
              <a:solidFill>
                <a:srgbClr val="1A1A2E"/>
              </a:solidFill>
            </a:endParaRPr>
          </a:p>
          <a:p>
            <a:pPr marL="0" indent="0">
              <a:buNone/>
            </a:pPr>
            <a:r>
              <a:rPr lang="en-US" sz="1100" dirty="0" err="1">
                <a:solidFill>
                  <a:srgbClr val="1A1A2E"/>
                </a:solidFill>
              </a:rPr>
              <a:t>Sémantický</a:t>
            </a:r>
            <a:r>
              <a:rPr lang="en-US" sz="1100" dirty="0">
                <a:solidFill>
                  <a:srgbClr val="1A1A2E"/>
                </a:solidFill>
              </a:rPr>
              <a:t> pointcloud s instances (zo Stage 03)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7099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>
              <a:solidFill>
                <a:srgbClr val="1A1A2E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Graf: uzly = objekty {bbox, label, embedding}, hrany = relácie (on, inside, near, supports...)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sk-SK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POPIS PROCESU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862072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endParaRPr lang="en-US" sz="1100" dirty="0">
              <a:solidFill>
                <a:srgbClr val="5A6178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 err="1">
                <a:solidFill>
                  <a:srgbClr val="5A6178"/>
                </a:solidFill>
              </a:rPr>
              <a:t>Vytvor</a:t>
            </a:r>
            <a:r>
              <a:rPr lang="sk-SK" sz="1100" dirty="0" err="1">
                <a:solidFill>
                  <a:srgbClr val="5A6178"/>
                </a:solidFill>
              </a:rPr>
              <a:t>enie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uzl</a:t>
            </a:r>
            <a:r>
              <a:rPr lang="sk-SK" sz="1100" dirty="0" err="1">
                <a:solidFill>
                  <a:srgbClr val="5A6178"/>
                </a:solidFill>
              </a:rPr>
              <a:t>ov</a:t>
            </a:r>
            <a:r>
              <a:rPr lang="en-US" sz="1100" dirty="0">
                <a:solidFill>
                  <a:srgbClr val="5A6178"/>
                </a:solidFill>
              </a:rPr>
              <a:t>: pre každú inštanciu spočítať 3D AABB + </a:t>
            </a:r>
            <a:r>
              <a:rPr lang="en-US" sz="1100" dirty="0" err="1">
                <a:solidFill>
                  <a:srgbClr val="5A6178"/>
                </a:solidFill>
              </a:rPr>
              <a:t>reprezentatívny</a:t>
            </a:r>
            <a:r>
              <a:rPr lang="en-US" sz="1100" dirty="0">
                <a:solidFill>
                  <a:srgbClr val="5A6178"/>
                </a:solidFill>
              </a:rPr>
              <a:t> embedding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 err="1">
                <a:solidFill>
                  <a:srgbClr val="5A6178"/>
                </a:solidFill>
              </a:rPr>
              <a:t>Vygenerova</a:t>
            </a:r>
            <a:r>
              <a:rPr lang="sk-SK" sz="1100" dirty="0">
                <a:solidFill>
                  <a:srgbClr val="5A6178"/>
                </a:solidFill>
              </a:rPr>
              <a:t>nie</a:t>
            </a:r>
            <a:r>
              <a:rPr lang="en-US" sz="1100" dirty="0">
                <a:solidFill>
                  <a:srgbClr val="5A6178"/>
                </a:solidFill>
              </a:rPr>
              <a:t> caption pre </a:t>
            </a:r>
            <a:r>
              <a:rPr lang="en-US" sz="1100" dirty="0" err="1">
                <a:solidFill>
                  <a:srgbClr val="5A6178"/>
                </a:solidFill>
              </a:rPr>
              <a:t>každý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objek</a:t>
            </a:r>
            <a:r>
              <a:rPr lang="sk-SK" sz="1100" dirty="0">
                <a:solidFill>
                  <a:srgbClr val="5A6178"/>
                </a:solidFill>
              </a:rPr>
              <a:t>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 err="1">
                <a:solidFill>
                  <a:srgbClr val="5A6178"/>
                </a:solidFill>
              </a:rPr>
              <a:t>Odvod</a:t>
            </a:r>
            <a:r>
              <a:rPr lang="sk-SK" sz="1100" dirty="0" err="1">
                <a:solidFill>
                  <a:srgbClr val="5A6178"/>
                </a:solidFill>
              </a:rPr>
              <a:t>enie</a:t>
            </a:r>
            <a:r>
              <a:rPr lang="sk-SK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geometrick</a:t>
            </a:r>
            <a:r>
              <a:rPr lang="sk-SK" sz="1100" dirty="0" err="1">
                <a:solidFill>
                  <a:srgbClr val="5A6178"/>
                </a:solidFill>
              </a:rPr>
              <a:t>ých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reláci</a:t>
            </a:r>
            <a:r>
              <a:rPr lang="sk-SK" sz="1100" dirty="0">
                <a:solidFill>
                  <a:srgbClr val="5A6178"/>
                </a:solidFill>
              </a:rPr>
              <a:t>í</a:t>
            </a:r>
            <a:r>
              <a:rPr lang="en-US" sz="1100" dirty="0">
                <a:solidFill>
                  <a:srgbClr val="5A6178"/>
                </a:solidFill>
              </a:rPr>
              <a:t> analyticky z </a:t>
            </a:r>
            <a:r>
              <a:rPr lang="en-US" sz="1100" dirty="0" err="1">
                <a:solidFill>
                  <a:srgbClr val="5A6178"/>
                </a:solidFill>
              </a:rPr>
              <a:t>bbox-ov</a:t>
            </a:r>
            <a:r>
              <a:rPr lang="en-US" sz="1100" dirty="0">
                <a:solidFill>
                  <a:srgbClr val="5A6178"/>
                </a:solidFill>
              </a:rPr>
              <a:t> (on, inside, near)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 err="1">
                <a:solidFill>
                  <a:srgbClr val="5A6178"/>
                </a:solidFill>
              </a:rPr>
              <a:t>Odvod</a:t>
            </a:r>
            <a:r>
              <a:rPr lang="sk-SK" sz="1100" dirty="0" err="1">
                <a:solidFill>
                  <a:srgbClr val="5A6178"/>
                </a:solidFill>
              </a:rPr>
              <a:t>enie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sémantick</a:t>
            </a:r>
            <a:r>
              <a:rPr lang="sk-SK" sz="1100" dirty="0" err="1">
                <a:solidFill>
                  <a:srgbClr val="5A6178"/>
                </a:solidFill>
              </a:rPr>
              <a:t>ých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reláci</a:t>
            </a:r>
            <a:r>
              <a:rPr lang="sk-SK" sz="1100" dirty="0">
                <a:solidFill>
                  <a:srgbClr val="5A6178"/>
                </a:solidFill>
              </a:rPr>
              <a:t>í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nad</a:t>
            </a:r>
            <a:r>
              <a:rPr lang="en-US" sz="1100" dirty="0">
                <a:solidFill>
                  <a:srgbClr val="5A6178"/>
                </a:solidFill>
              </a:rPr>
              <a:t> captions a </a:t>
            </a:r>
            <a:r>
              <a:rPr lang="en-US" sz="1100" dirty="0" err="1">
                <a:solidFill>
                  <a:srgbClr val="5A6178"/>
                </a:solidFill>
              </a:rPr>
              <a:t>labelmi</a:t>
            </a:r>
            <a:r>
              <a:rPr lang="en-US" sz="1100" dirty="0">
                <a:solidFill>
                  <a:srgbClr val="5A6178"/>
                </a:solidFill>
              </a:rPr>
              <a:t> (</a:t>
            </a:r>
            <a:r>
              <a:rPr lang="sk-SK" sz="1100" dirty="0">
                <a:solidFill>
                  <a:srgbClr val="5A6178"/>
                </a:solidFill>
              </a:rPr>
              <a:t>cez LLM</a:t>
            </a:r>
            <a:r>
              <a:rPr lang="en-US" sz="1100" dirty="0">
                <a:solidFill>
                  <a:srgbClr val="5A6178"/>
                </a:solidFill>
              </a:rPr>
              <a:t>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5A6178"/>
                </a:solidFill>
              </a:rPr>
              <a:t>Uložiť graf v JSON / NetworkX </a:t>
            </a:r>
            <a:r>
              <a:rPr lang="en-US" sz="1100" dirty="0" err="1">
                <a:solidFill>
                  <a:srgbClr val="5A6178"/>
                </a:solidFill>
              </a:rPr>
              <a:t>štruktúre</a:t>
            </a:r>
            <a:r>
              <a:rPr lang="en-US" sz="1100" dirty="0">
                <a:solidFill>
                  <a:srgbClr val="5A6178"/>
                </a:solidFill>
              </a:rPr>
              <a:t> pre</a:t>
            </a:r>
            <a:r>
              <a:rPr lang="sk-SK" sz="1100" dirty="0">
                <a:solidFill>
                  <a:srgbClr val="5A6178"/>
                </a:solidFill>
              </a:rPr>
              <a:t> </a:t>
            </a:r>
            <a:r>
              <a:rPr lang="en-US" sz="1100" dirty="0">
                <a:solidFill>
                  <a:srgbClr val="5A6178"/>
                </a:solidFill>
              </a:rPr>
              <a:t>editing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508760"/>
            <a:ext cx="5577840" cy="169164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dash"/>
          </a:ln>
        </p:spPr>
        <p:txBody>
          <a:bodyPr/>
          <a:lstStyle/>
          <a:p>
            <a:endParaRPr lang="sk-SK"/>
          </a:p>
        </p:txBody>
      </p:sp>
      <p:sp>
        <p:nvSpPr>
          <p:cNvPr id="13" name="Text 11"/>
          <p:cNvSpPr/>
          <p:nvPr/>
        </p:nvSpPr>
        <p:spPr>
          <a:xfrm>
            <a:off x="6126480" y="1508760"/>
            <a:ext cx="5577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  </a:t>
            </a:r>
            <a:r>
              <a:rPr lang="en-US" sz="1100" b="1" dirty="0">
                <a:solidFill>
                  <a:srgbClr val="5A6178"/>
                </a:solidFill>
              </a:rPr>
              <a:t>VLOŽ OBRÁZOK
</a:t>
            </a:r>
            <a:r>
              <a:rPr lang="en-US" sz="900" i="1" dirty="0">
                <a:solidFill>
                  <a:srgbClr val="8A8FA3"/>
                </a:solidFill>
              </a:rPr>
              <a:t>Scene graph vizualizácia z ConceptGraphs alebo HOV-SG</a:t>
            </a:r>
            <a:endParaRPr lang="en-US" sz="24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8A8FA3"/>
                </a:solidFill>
              </a:rPr>
              <a:t>(uzly, hrany, hierarchia)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26480" y="4232703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KANDIDÁTI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4507023"/>
            <a:ext cx="5577840" cy="914400"/>
          </a:xfrm>
          <a:prstGeom prst="rect">
            <a:avLst/>
          </a:prstGeom>
          <a:solidFill>
            <a:srgbClr val="EAF1FF"/>
          </a:solidFill>
          <a:ln w="19050">
            <a:solidFill>
              <a:srgbClr val="4C6EF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6126480" y="4507023"/>
            <a:ext cx="73152" cy="914400"/>
          </a:xfrm>
          <a:prstGeom prst="rect">
            <a:avLst/>
          </a:prstGeom>
          <a:solidFill>
            <a:srgbClr val="4C6E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7" name="Text 15"/>
          <p:cNvSpPr/>
          <p:nvPr/>
        </p:nvSpPr>
        <p:spPr>
          <a:xfrm>
            <a:off x="6355080" y="4598463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ConceptGraphs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4891071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</a:rPr>
              <a:t>Pokrýva už Stage 03 aj 04 — minimalizuje integráciu. Captions + relácie </a:t>
            </a:r>
            <a:r>
              <a:rPr lang="en-US" sz="1000" dirty="0" err="1">
                <a:solidFill>
                  <a:srgbClr val="5A6178"/>
                </a:solidFill>
              </a:rPr>
              <a:t>cez</a:t>
            </a:r>
            <a:r>
              <a:rPr lang="en-US" sz="1000" dirty="0">
                <a:solidFill>
                  <a:srgbClr val="5A6178"/>
                </a:solidFill>
              </a:rPr>
              <a:t> LLM.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5531151"/>
            <a:ext cx="557784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Text 19"/>
          <p:cNvSpPr/>
          <p:nvPr/>
        </p:nvSpPr>
        <p:spPr>
          <a:xfrm>
            <a:off x="6291072" y="5622591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HOV-SG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91072" y="5915199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178"/>
                </a:solidFill>
              </a:rPr>
              <a:t>Hierarchický (floor/room/object), 75% menej pamäte. Pre malú scénu overkill.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 Scene Generation Pipeline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pic>
        <p:nvPicPr>
          <p:cNvPr id="5122" name="Picture 2" descr="3D scene graph created by Hydra in the uH2 Office dataset. | Download  Scientific Diagram">
            <a:extLst>
              <a:ext uri="{FF2B5EF4-FFF2-40B4-BE49-F238E27FC236}">
                <a16:creationId xmlns:a16="http://schemas.microsoft.com/office/drawing/2014/main" id="{134C8E25-A1CB-D090-A19E-1FA9C9C7D7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611"/>
          <a:stretch>
            <a:fillRect/>
          </a:stretch>
        </p:blipFill>
        <p:spPr bwMode="auto">
          <a:xfrm>
            <a:off x="6096000" y="561146"/>
            <a:ext cx="5608320" cy="3598405"/>
          </a:xfrm>
          <a:prstGeom prst="rect">
            <a:avLst/>
          </a:prstGeom>
          <a:noFill/>
          <a:ln w="19050">
            <a:solidFill>
              <a:srgbClr val="4C6EF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Modifikácia cez text a obrázok prompty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VSTUP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0" y="1508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VÝSTUP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>
              <a:solidFill>
                <a:srgbClr val="1A1A2E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Scene graph + 3D scéna (gaussiány) + textový/obrázkový prompt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7099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>
              <a:solidFill>
                <a:srgbClr val="1A1A2E"/>
              </a:solidFill>
            </a:endParaRPr>
          </a:p>
          <a:p>
            <a:pPr marL="0" indent="0">
              <a:buNone/>
            </a:pPr>
            <a:r>
              <a:rPr lang="en-US" sz="1100" dirty="0" err="1">
                <a:solidFill>
                  <a:srgbClr val="1A1A2E"/>
                </a:solidFill>
              </a:rPr>
              <a:t>Upravený</a:t>
            </a:r>
            <a:r>
              <a:rPr lang="en-US" sz="1100" dirty="0">
                <a:solidFill>
                  <a:srgbClr val="1A1A2E"/>
                </a:solidFill>
              </a:rPr>
              <a:t> scene graph + upravená 3D reprezentácia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sk-SK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POPIS PROCESU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862072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endParaRPr lang="en-US" sz="1100" dirty="0">
              <a:solidFill>
                <a:srgbClr val="5A6178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 err="1">
                <a:solidFill>
                  <a:srgbClr val="5A6178"/>
                </a:solidFill>
              </a:rPr>
              <a:t>Parsova</a:t>
            </a:r>
            <a:r>
              <a:rPr lang="sk-SK" sz="1100" dirty="0">
                <a:solidFill>
                  <a:srgbClr val="5A6178"/>
                </a:solidFill>
              </a:rPr>
              <a:t>nie</a:t>
            </a:r>
            <a:r>
              <a:rPr lang="en-US" sz="1100" dirty="0">
                <a:solidFill>
                  <a:srgbClr val="5A6178"/>
                </a:solidFill>
              </a:rPr>
              <a:t> prompt</a:t>
            </a:r>
            <a:r>
              <a:rPr lang="sk-SK" sz="1100" dirty="0">
                <a:solidFill>
                  <a:srgbClr val="5A6178"/>
                </a:solidFill>
              </a:rPr>
              <a:t>u</a:t>
            </a:r>
            <a:r>
              <a:rPr lang="en-US" sz="1100" dirty="0">
                <a:solidFill>
                  <a:srgbClr val="5A6178"/>
                </a:solidFill>
              </a:rPr>
              <a:t> → štruktúrovaný plán {target, op, params}</a:t>
            </a:r>
            <a:r>
              <a:rPr lang="sk-SK" sz="1100" dirty="0">
                <a:solidFill>
                  <a:srgbClr val="5A6178"/>
                </a:solidFill>
              </a:rPr>
              <a:t> (LLM)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 err="1">
                <a:solidFill>
                  <a:srgbClr val="5A6178"/>
                </a:solidFill>
              </a:rPr>
              <a:t>Lokalizova</a:t>
            </a:r>
            <a:r>
              <a:rPr lang="sk-SK" sz="1100" dirty="0">
                <a:solidFill>
                  <a:srgbClr val="5A6178"/>
                </a:solidFill>
              </a:rPr>
              <a:t>nie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cieľov</a:t>
            </a:r>
            <a:r>
              <a:rPr lang="sk-SK" sz="1100" dirty="0" err="1">
                <a:solidFill>
                  <a:srgbClr val="5A6178"/>
                </a:solidFill>
              </a:rPr>
              <a:t>ého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objekt</a:t>
            </a:r>
            <a:r>
              <a:rPr lang="sk-SK" sz="1100" dirty="0">
                <a:solidFill>
                  <a:srgbClr val="5A6178"/>
                </a:solidFill>
              </a:rPr>
              <a:t>u</a:t>
            </a:r>
            <a:r>
              <a:rPr lang="en-US" sz="1100" dirty="0">
                <a:solidFill>
                  <a:srgbClr val="5A6178"/>
                </a:solidFill>
              </a:rPr>
              <a:t> v scene grafe (CLIP similarity nad uzlami)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5A6178"/>
                </a:solidFill>
              </a:rPr>
              <a:t>Routovať operáciu: color/style → diffusion, position → transform, replace → 3D gen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5A6178"/>
                </a:solidFill>
              </a:rPr>
              <a:t>Vykonať úpravu na gaussiánoch (GaussianEditor) alebo </a:t>
            </a:r>
            <a:r>
              <a:rPr lang="en-US" sz="1100" dirty="0" err="1">
                <a:solidFill>
                  <a:srgbClr val="5A6178"/>
                </a:solidFill>
              </a:rPr>
              <a:t>na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grafe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3246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KANDIDÁTI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3520440"/>
            <a:ext cx="5577840" cy="914400"/>
          </a:xfrm>
          <a:prstGeom prst="rect">
            <a:avLst/>
          </a:prstGeom>
          <a:solidFill>
            <a:srgbClr val="EAF1FF"/>
          </a:solidFill>
          <a:ln w="19050">
            <a:solidFill>
              <a:srgbClr val="4C6EF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6126480" y="3520440"/>
            <a:ext cx="73152" cy="914400"/>
          </a:xfrm>
          <a:prstGeom prst="rect">
            <a:avLst/>
          </a:prstGeom>
          <a:solidFill>
            <a:srgbClr val="4C6E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7" name="Text 15"/>
          <p:cNvSpPr/>
          <p:nvPr/>
        </p:nvSpPr>
        <p:spPr>
          <a:xfrm>
            <a:off x="6355080" y="3611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GaussianEditor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390448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</a:rPr>
              <a:t>Priamy editing 3DGS scén. Pokrýva color/style/object operácie. </a:t>
            </a:r>
            <a:r>
              <a:rPr lang="en-US" sz="1000" dirty="0" err="1">
                <a:solidFill>
                  <a:srgbClr val="5A6178"/>
                </a:solidFill>
              </a:rPr>
              <a:t>Najzrelší</a:t>
            </a:r>
            <a:r>
              <a:rPr lang="en-US" sz="1000" dirty="0">
                <a:solidFill>
                  <a:srgbClr val="5A6178"/>
                </a:solidFill>
              </a:rPr>
              <a:t>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4544568"/>
            <a:ext cx="557784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Text 19"/>
          <p:cNvSpPr/>
          <p:nvPr/>
        </p:nvSpPr>
        <p:spPr>
          <a:xfrm>
            <a:off x="6291072" y="4636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Instruct-NeRF2NeRF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91072" y="492861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178"/>
                </a:solidFill>
              </a:rPr>
              <a:t>Pre NeRF, nie GS. Použiteľný len ako inšpirácia pre SDS-based editing.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5568696"/>
            <a:ext cx="557784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4" name="Text 22"/>
          <p:cNvSpPr/>
          <p:nvPr/>
        </p:nvSpPr>
        <p:spPr>
          <a:xfrm>
            <a:off x="6291072" y="56601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SceneTeller / GALA3D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91072" y="595274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178"/>
                </a:solidFill>
              </a:rPr>
              <a:t>Layout-guided generation. Skôr text-to-scene než editing existujúcej.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 Scene Generation Pipeline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pic>
        <p:nvPicPr>
          <p:cNvPr id="6146" name="Picture 2" descr="CVPR Poster GaussianEditor: Swift and Controllable 3D Editing with Gaussian  Splatting">
            <a:extLst>
              <a:ext uri="{FF2B5EF4-FFF2-40B4-BE49-F238E27FC236}">
                <a16:creationId xmlns:a16="http://schemas.microsoft.com/office/drawing/2014/main" id="{26EEEF82-B96F-C7FF-9D10-DF941A6A1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165" y="820674"/>
            <a:ext cx="5585154" cy="2327148"/>
          </a:xfrm>
          <a:prstGeom prst="rect">
            <a:avLst/>
          </a:prstGeom>
          <a:noFill/>
          <a:ln w="19050">
            <a:solidFill>
              <a:srgbClr val="4C6EF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Splatting — výstup a rendering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VSTUP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0" y="1508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VÝSTUP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>
              <a:solidFill>
                <a:srgbClr val="1A1A2E"/>
              </a:solidFill>
            </a:endParaRPr>
          </a:p>
          <a:p>
            <a:pPr marL="0" indent="0">
              <a:buNone/>
            </a:pPr>
            <a:r>
              <a:rPr lang="en-US" sz="1100" dirty="0" err="1">
                <a:solidFill>
                  <a:srgbClr val="1A1A2E"/>
                </a:solidFill>
              </a:rPr>
              <a:t>Riedky</a:t>
            </a:r>
            <a:r>
              <a:rPr lang="en-US" sz="1100" dirty="0">
                <a:solidFill>
                  <a:srgbClr val="1A1A2E"/>
                </a:solidFill>
              </a:rPr>
              <a:t> pointcloud zo SfM (inicializácia) + tréningové obrázky s pózami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7099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>
              <a:solidFill>
                <a:srgbClr val="1A1A2E"/>
              </a:solidFill>
            </a:endParaRPr>
          </a:p>
          <a:p>
            <a:pPr marL="0" indent="0">
              <a:buNone/>
            </a:pPr>
            <a:r>
              <a:rPr lang="en-US" sz="1100" dirty="0" err="1">
                <a:solidFill>
                  <a:srgbClr val="1A1A2E"/>
                </a:solidFill>
              </a:rPr>
              <a:t>Milióny</a:t>
            </a:r>
            <a:r>
              <a:rPr lang="en-US" sz="1100" dirty="0">
                <a:solidFill>
                  <a:srgbClr val="1A1A2E"/>
                </a:solidFill>
              </a:rPr>
              <a:t> 3D gaussiánov (μ, Σ, α, SH koeficienty) — real-time render 100+ FPS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sk-SK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POPIS PROCESU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862072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endParaRPr lang="en-US" sz="1100" dirty="0">
              <a:solidFill>
                <a:srgbClr val="5A6178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 err="1">
                <a:solidFill>
                  <a:srgbClr val="5A6178"/>
                </a:solidFill>
              </a:rPr>
              <a:t>Inicializova</a:t>
            </a:r>
            <a:r>
              <a:rPr lang="sk-SK" sz="1100" dirty="0">
                <a:solidFill>
                  <a:srgbClr val="5A6178"/>
                </a:solidFill>
              </a:rPr>
              <a:t>nie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gaussián</a:t>
            </a:r>
            <a:r>
              <a:rPr lang="sk-SK" sz="1100" dirty="0" err="1">
                <a:solidFill>
                  <a:srgbClr val="5A6178"/>
                </a:solidFill>
              </a:rPr>
              <a:t>ov</a:t>
            </a:r>
            <a:r>
              <a:rPr lang="en-US" sz="1100" dirty="0">
                <a:solidFill>
                  <a:srgbClr val="5A6178"/>
                </a:solidFill>
              </a:rPr>
              <a:t> z</a:t>
            </a:r>
            <a:r>
              <a:rPr lang="sk-SK" sz="1100" dirty="0">
                <a:solidFill>
                  <a:srgbClr val="5A6178"/>
                </a:solidFill>
              </a:rPr>
              <a:t>o</a:t>
            </a:r>
            <a:r>
              <a:rPr lang="en-US" sz="1100" dirty="0">
                <a:solidFill>
                  <a:srgbClr val="5A6178"/>
                </a:solidFill>
              </a:rPr>
              <a:t> SfM bodov (pozícia, malá izotropná kovariancia)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 err="1">
                <a:solidFill>
                  <a:srgbClr val="5A6178"/>
                </a:solidFill>
              </a:rPr>
              <a:t>Renderova</a:t>
            </a:r>
            <a:r>
              <a:rPr lang="sk-SK" sz="1100" dirty="0">
                <a:solidFill>
                  <a:srgbClr val="5A6178"/>
                </a:solidFill>
              </a:rPr>
              <a:t>nie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scén</a:t>
            </a:r>
            <a:r>
              <a:rPr lang="sk-SK" sz="1100" dirty="0">
                <a:solidFill>
                  <a:srgbClr val="5A6178"/>
                </a:solidFill>
              </a:rPr>
              <a:t>y</a:t>
            </a:r>
            <a:r>
              <a:rPr lang="en-US" sz="1100" dirty="0">
                <a:solidFill>
                  <a:srgbClr val="5A6178"/>
                </a:solidFill>
              </a:rPr>
              <a:t> z </a:t>
            </a:r>
            <a:r>
              <a:rPr lang="en-US" sz="1100" dirty="0" err="1">
                <a:solidFill>
                  <a:srgbClr val="5A6178"/>
                </a:solidFill>
              </a:rPr>
              <a:t>tréningových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pohľado</a:t>
            </a:r>
            <a:r>
              <a:rPr lang="sk-SK" sz="1100" dirty="0">
                <a:solidFill>
                  <a:srgbClr val="5A6178"/>
                </a:solidFill>
              </a:rPr>
              <a:t>v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 err="1">
                <a:solidFill>
                  <a:srgbClr val="5A6178"/>
                </a:solidFill>
              </a:rPr>
              <a:t>Spočíta</a:t>
            </a:r>
            <a:r>
              <a:rPr lang="sk-SK" sz="1100" dirty="0">
                <a:solidFill>
                  <a:srgbClr val="5A6178"/>
                </a:solidFill>
              </a:rPr>
              <a:t>nie</a:t>
            </a:r>
            <a:r>
              <a:rPr lang="en-US" sz="1100" dirty="0">
                <a:solidFill>
                  <a:srgbClr val="5A6178"/>
                </a:solidFill>
              </a:rPr>
              <a:t> loss voči </a:t>
            </a:r>
            <a:r>
              <a:rPr lang="en-US" sz="1100" dirty="0" err="1">
                <a:solidFill>
                  <a:srgbClr val="5A6178"/>
                </a:solidFill>
              </a:rPr>
              <a:t>referenčným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obrázkom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 err="1">
                <a:solidFill>
                  <a:srgbClr val="5A6178"/>
                </a:solidFill>
              </a:rPr>
              <a:t>Adaptívne</a:t>
            </a:r>
            <a:r>
              <a:rPr lang="en-US" sz="1100" dirty="0">
                <a:solidFill>
                  <a:srgbClr val="5A6178"/>
                </a:solidFill>
              </a:rPr>
              <a:t> pridávať/</a:t>
            </a:r>
            <a:r>
              <a:rPr lang="en-US" sz="1100" dirty="0" err="1">
                <a:solidFill>
                  <a:srgbClr val="5A6178"/>
                </a:solidFill>
              </a:rPr>
              <a:t>odstraňovať</a:t>
            </a:r>
            <a:r>
              <a:rPr lang="en-US" sz="1100" dirty="0">
                <a:solidFill>
                  <a:srgbClr val="5A6178"/>
                </a:solidFill>
              </a:rPr>
              <a:t> </a:t>
            </a:r>
            <a:r>
              <a:rPr lang="en-US" sz="1100" dirty="0" err="1">
                <a:solidFill>
                  <a:srgbClr val="5A6178"/>
                </a:solidFill>
              </a:rPr>
              <a:t>gaussián</a:t>
            </a:r>
            <a:r>
              <a:rPr lang="sk-SK" sz="1100" dirty="0">
                <a:solidFill>
                  <a:srgbClr val="5A6178"/>
                </a:solidFill>
              </a:rPr>
              <a:t>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3246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KANDIDÁTI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3520440"/>
            <a:ext cx="5577840" cy="914400"/>
          </a:xfrm>
          <a:prstGeom prst="rect">
            <a:avLst/>
          </a:prstGeom>
          <a:solidFill>
            <a:srgbClr val="EAF1FF"/>
          </a:solidFill>
          <a:ln w="19050">
            <a:solidFill>
              <a:srgbClr val="4C6EF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6126480" y="3520440"/>
            <a:ext cx="73152" cy="914400"/>
          </a:xfrm>
          <a:prstGeom prst="rect">
            <a:avLst/>
          </a:prstGeom>
          <a:solidFill>
            <a:srgbClr val="4C6E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7" name="Text 15"/>
          <p:cNvSpPr/>
          <p:nvPr/>
        </p:nvSpPr>
        <p:spPr>
          <a:xfrm>
            <a:off x="6355080" y="3611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3DGS (oficiálny INRIA repo)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390448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8"/>
                </a:solidFill>
              </a:rPr>
              <a:t>Pôvodná implementácia z SIGGRAPH 2023. Referenčný benchmark, CUDA optimalizovaný.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4544568"/>
            <a:ext cx="557784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Text 19"/>
          <p:cNvSpPr/>
          <p:nvPr/>
        </p:nvSpPr>
        <p:spPr>
          <a:xfrm>
            <a:off x="6291072" y="4636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gsplat (nerfstudio)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91072" y="492861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178"/>
                </a:solidFill>
              </a:rPr>
              <a:t>Modulárna Python implementácia. Lepšia na experimenty a custom úpravy.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5568696"/>
            <a:ext cx="557784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4" name="Text 22"/>
          <p:cNvSpPr/>
          <p:nvPr/>
        </p:nvSpPr>
        <p:spPr>
          <a:xfrm>
            <a:off x="6291072" y="56601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LangSplat / Feature 3DGS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91072" y="595274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178"/>
                </a:solidFill>
              </a:rPr>
              <a:t>GS s feature kanálmi (CLIP). Alternatíva ak chceme semantiku priamo v gaussiánoch.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 Scene Generation Pipeline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  <p:pic>
        <p:nvPicPr>
          <p:cNvPr id="7170" name="Picture 2" descr="Reducing the Memory Footprint of 3D Gaussian Splatting">
            <a:extLst>
              <a:ext uri="{FF2B5EF4-FFF2-40B4-BE49-F238E27FC236}">
                <a16:creationId xmlns:a16="http://schemas.microsoft.com/office/drawing/2014/main" id="{017CEF5C-AE8B-E27B-D137-9D8DC098C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0" y="841268"/>
            <a:ext cx="5577840" cy="2337172"/>
          </a:xfrm>
          <a:prstGeom prst="rect">
            <a:avLst/>
          </a:prstGeom>
          <a:noFill/>
          <a:ln w="19050">
            <a:solidFill>
              <a:srgbClr val="4C6EF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 dát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fotografií po editovateľný 3D render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 Scene Generation Pipeline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grpSp>
        <p:nvGrpSpPr>
          <p:cNvPr id="45" name="Skupina 44">
            <a:extLst>
              <a:ext uri="{FF2B5EF4-FFF2-40B4-BE49-F238E27FC236}">
                <a16:creationId xmlns:a16="http://schemas.microsoft.com/office/drawing/2014/main" id="{BE96588D-4154-42E2-4B91-2DE49ED6E5EE}"/>
              </a:ext>
            </a:extLst>
          </p:cNvPr>
          <p:cNvGrpSpPr/>
          <p:nvPr/>
        </p:nvGrpSpPr>
        <p:grpSpPr>
          <a:xfrm>
            <a:off x="365760" y="2194559"/>
            <a:ext cx="11064240" cy="3794761"/>
            <a:chOff x="365760" y="2194559"/>
            <a:chExt cx="11064240" cy="3794761"/>
          </a:xfrm>
        </p:grpSpPr>
        <p:sp>
          <p:nvSpPr>
            <p:cNvPr id="4" name="Shape 2"/>
            <p:cNvSpPr/>
            <p:nvPr/>
          </p:nvSpPr>
          <p:spPr>
            <a:xfrm>
              <a:off x="365760" y="3291840"/>
              <a:ext cx="1371600" cy="777240"/>
            </a:xfrm>
            <a:prstGeom prst="roundRect">
              <a:avLst>
                <a:gd name="adj" fmla="val 11765"/>
              </a:avLst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sk-SK"/>
            </a:p>
          </p:txBody>
        </p:sp>
        <p:sp>
          <p:nvSpPr>
            <p:cNvPr id="5" name="Text 3"/>
            <p:cNvSpPr/>
            <p:nvPr/>
          </p:nvSpPr>
          <p:spPr>
            <a:xfrm>
              <a:off x="365760" y="3364992"/>
              <a:ext cx="13716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kern="0" spc="300" dirty="0">
                  <a:solidFill>
                    <a:srgbClr val="8A95B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VSTUP</a:t>
              </a:r>
              <a:endParaRPr lang="en-US" sz="8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65760" y="3566160"/>
              <a:ext cx="1371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Photos, 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videos</a:t>
              </a:r>
              <a:endParaRPr lang="en-US" sz="11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2194560" y="2606040"/>
              <a:ext cx="1371600" cy="7772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E2761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8" name="Shape 6"/>
            <p:cNvSpPr/>
            <p:nvPr/>
          </p:nvSpPr>
          <p:spPr>
            <a:xfrm>
              <a:off x="2194560" y="2606040"/>
              <a:ext cx="1371600" cy="45720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sk-SK"/>
            </a:p>
          </p:txBody>
        </p:sp>
        <p:sp>
          <p:nvSpPr>
            <p:cNvPr id="9" name="Text 7"/>
            <p:cNvSpPr/>
            <p:nvPr/>
          </p:nvSpPr>
          <p:spPr>
            <a:xfrm>
              <a:off x="2331720" y="2724912"/>
              <a:ext cx="548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E276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01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331720" y="2926080"/>
              <a:ext cx="1097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SfM</a:t>
              </a:r>
              <a:endParaRPr lang="en-US" sz="11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194560" y="3977640"/>
              <a:ext cx="1371600" cy="7772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E2761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12" name="Shape 10"/>
            <p:cNvSpPr/>
            <p:nvPr/>
          </p:nvSpPr>
          <p:spPr>
            <a:xfrm>
              <a:off x="2194560" y="3977640"/>
              <a:ext cx="1371600" cy="45720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sk-SK"/>
            </a:p>
          </p:txBody>
        </p:sp>
        <p:sp>
          <p:nvSpPr>
            <p:cNvPr id="13" name="Text 11"/>
            <p:cNvSpPr/>
            <p:nvPr/>
          </p:nvSpPr>
          <p:spPr>
            <a:xfrm>
              <a:off x="2331720" y="4096512"/>
              <a:ext cx="548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E276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02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331720" y="4297680"/>
              <a:ext cx="1097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Segmentácia</a:t>
              </a:r>
              <a:endParaRPr lang="en-US" sz="11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160520" y="3291840"/>
              <a:ext cx="1371600" cy="7772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E2761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16" name="Shape 14"/>
            <p:cNvSpPr/>
            <p:nvPr/>
          </p:nvSpPr>
          <p:spPr>
            <a:xfrm>
              <a:off x="4160520" y="3291840"/>
              <a:ext cx="1371600" cy="45720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sk-SK"/>
            </a:p>
          </p:txBody>
        </p:sp>
        <p:sp>
          <p:nvSpPr>
            <p:cNvPr id="17" name="Text 15"/>
            <p:cNvSpPr/>
            <p:nvPr/>
          </p:nvSpPr>
          <p:spPr>
            <a:xfrm>
              <a:off x="4297680" y="3410712"/>
              <a:ext cx="548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E276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03</a:t>
              </a:r>
              <a:endParaRPr lang="en-US" sz="9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297680" y="3611880"/>
              <a:ext cx="1097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Lifting</a:t>
              </a:r>
              <a:endParaRPr lang="en-US" sz="11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126480" y="3291840"/>
              <a:ext cx="1371600" cy="7772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E2761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20" name="Shape 18"/>
            <p:cNvSpPr/>
            <p:nvPr/>
          </p:nvSpPr>
          <p:spPr>
            <a:xfrm>
              <a:off x="6126480" y="3291840"/>
              <a:ext cx="1371600" cy="45720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sk-SK"/>
            </a:p>
          </p:txBody>
        </p:sp>
        <p:sp>
          <p:nvSpPr>
            <p:cNvPr id="21" name="Text 19"/>
            <p:cNvSpPr/>
            <p:nvPr/>
          </p:nvSpPr>
          <p:spPr>
            <a:xfrm>
              <a:off x="6263640" y="3410712"/>
              <a:ext cx="548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E276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04</a:t>
              </a:r>
              <a:endParaRPr lang="en-US" sz="9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263640" y="3611880"/>
              <a:ext cx="1097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Scene graph</a:t>
              </a:r>
              <a:endParaRPr lang="en-US" sz="11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8092440" y="3291840"/>
              <a:ext cx="1371600" cy="7772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F59F00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24" name="Shape 22"/>
            <p:cNvSpPr/>
            <p:nvPr/>
          </p:nvSpPr>
          <p:spPr>
            <a:xfrm>
              <a:off x="8092440" y="3291840"/>
              <a:ext cx="1371600" cy="45720"/>
            </a:xfrm>
            <a:prstGeom prst="rect">
              <a:avLst/>
            </a:prstGeom>
            <a:solidFill>
              <a:srgbClr val="F59F00"/>
            </a:solidFill>
            <a:ln/>
          </p:spPr>
          <p:txBody>
            <a:bodyPr/>
            <a:lstStyle/>
            <a:p>
              <a:endParaRPr lang="sk-SK"/>
            </a:p>
          </p:txBody>
        </p:sp>
        <p:sp>
          <p:nvSpPr>
            <p:cNvPr id="25" name="Text 23"/>
            <p:cNvSpPr/>
            <p:nvPr/>
          </p:nvSpPr>
          <p:spPr>
            <a:xfrm>
              <a:off x="8229600" y="3410712"/>
              <a:ext cx="548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59F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05</a:t>
              </a:r>
              <a:endParaRPr lang="en-US" sz="9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8229600" y="3611880"/>
              <a:ext cx="1097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Editing</a:t>
              </a:r>
              <a:endParaRPr lang="en-US" sz="11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10058400" y="3291840"/>
              <a:ext cx="1371600" cy="7772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37B24D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28" name="Shape 26"/>
            <p:cNvSpPr/>
            <p:nvPr/>
          </p:nvSpPr>
          <p:spPr>
            <a:xfrm>
              <a:off x="10058400" y="3291840"/>
              <a:ext cx="1371600" cy="45720"/>
            </a:xfrm>
            <a:prstGeom prst="rect">
              <a:avLst/>
            </a:prstGeom>
            <a:solidFill>
              <a:srgbClr val="37B24D"/>
            </a:solidFill>
            <a:ln/>
          </p:spPr>
          <p:txBody>
            <a:bodyPr/>
            <a:lstStyle/>
            <a:p>
              <a:endParaRPr lang="sk-SK"/>
            </a:p>
          </p:txBody>
        </p:sp>
        <p:sp>
          <p:nvSpPr>
            <p:cNvPr id="29" name="Text 27"/>
            <p:cNvSpPr/>
            <p:nvPr/>
          </p:nvSpPr>
          <p:spPr>
            <a:xfrm>
              <a:off x="10195560" y="3410712"/>
              <a:ext cx="548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37B24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06</a:t>
              </a:r>
              <a:endParaRPr lang="en-US" sz="9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10195560" y="3611880"/>
              <a:ext cx="1097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Gaussian Splatting</a:t>
              </a:r>
              <a:endParaRPr lang="en-US" sz="11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10058400" y="5212080"/>
              <a:ext cx="1371600" cy="777240"/>
            </a:xfrm>
            <a:prstGeom prst="roundRect">
              <a:avLst>
                <a:gd name="adj" fmla="val 11765"/>
              </a:avLst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sk-SK"/>
            </a:p>
          </p:txBody>
        </p:sp>
        <p:sp>
          <p:nvSpPr>
            <p:cNvPr id="32" name="Text 30"/>
            <p:cNvSpPr/>
            <p:nvPr/>
          </p:nvSpPr>
          <p:spPr>
            <a:xfrm>
              <a:off x="10058400" y="5285232"/>
              <a:ext cx="13716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kern="0" spc="300" dirty="0">
                  <a:solidFill>
                    <a:srgbClr val="8A95B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VÝSTUP</a:t>
              </a:r>
              <a:endParaRPr lang="en-US" sz="8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10058400" y="5486400"/>
              <a:ext cx="1371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3D render</a:t>
              </a:r>
              <a:endParaRPr lang="en-US" sz="1100" dirty="0"/>
            </a:p>
          </p:txBody>
        </p:sp>
        <p:sp>
          <p:nvSpPr>
            <p:cNvPr id="34" name="Shape 32"/>
            <p:cNvSpPr/>
            <p:nvPr/>
          </p:nvSpPr>
          <p:spPr>
            <a:xfrm flipV="1">
              <a:off x="1737360" y="2994660"/>
              <a:ext cx="457200" cy="685800"/>
            </a:xfrm>
            <a:prstGeom prst="line">
              <a:avLst/>
            </a:prstGeom>
            <a:noFill/>
            <a:ln w="19050">
              <a:solidFill>
                <a:srgbClr val="8A8FA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35" name="Shape 33"/>
            <p:cNvSpPr/>
            <p:nvPr/>
          </p:nvSpPr>
          <p:spPr>
            <a:xfrm>
              <a:off x="1737360" y="3680460"/>
              <a:ext cx="457200" cy="685800"/>
            </a:xfrm>
            <a:prstGeom prst="line">
              <a:avLst/>
            </a:prstGeom>
            <a:noFill/>
            <a:ln w="19050">
              <a:solidFill>
                <a:srgbClr val="8A8FA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36" name="Shape 34"/>
            <p:cNvSpPr/>
            <p:nvPr/>
          </p:nvSpPr>
          <p:spPr>
            <a:xfrm>
              <a:off x="3566160" y="2994660"/>
              <a:ext cx="594360" cy="685800"/>
            </a:xfrm>
            <a:prstGeom prst="line">
              <a:avLst/>
            </a:prstGeom>
            <a:noFill/>
            <a:ln w="19050">
              <a:solidFill>
                <a:srgbClr val="8A8FA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37" name="Shape 35"/>
            <p:cNvSpPr/>
            <p:nvPr/>
          </p:nvSpPr>
          <p:spPr>
            <a:xfrm flipV="1">
              <a:off x="3566160" y="3680460"/>
              <a:ext cx="594352" cy="685800"/>
            </a:xfrm>
            <a:prstGeom prst="line">
              <a:avLst/>
            </a:prstGeom>
            <a:noFill/>
            <a:ln w="19050">
              <a:solidFill>
                <a:srgbClr val="8A8FA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38" name="Shape 36"/>
            <p:cNvSpPr/>
            <p:nvPr/>
          </p:nvSpPr>
          <p:spPr>
            <a:xfrm>
              <a:off x="5532120" y="3680460"/>
              <a:ext cx="594360" cy="0"/>
            </a:xfrm>
            <a:prstGeom prst="line">
              <a:avLst/>
            </a:prstGeom>
            <a:noFill/>
            <a:ln w="19050">
              <a:solidFill>
                <a:srgbClr val="8A8FA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39" name="Shape 37"/>
            <p:cNvSpPr/>
            <p:nvPr/>
          </p:nvSpPr>
          <p:spPr>
            <a:xfrm>
              <a:off x="7498080" y="3680460"/>
              <a:ext cx="594360" cy="0"/>
            </a:xfrm>
            <a:prstGeom prst="line">
              <a:avLst/>
            </a:prstGeom>
            <a:noFill/>
            <a:ln w="19050">
              <a:solidFill>
                <a:srgbClr val="8A8FA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40" name="Shape 38"/>
            <p:cNvSpPr/>
            <p:nvPr/>
          </p:nvSpPr>
          <p:spPr>
            <a:xfrm>
              <a:off x="9464040" y="3680460"/>
              <a:ext cx="594360" cy="0"/>
            </a:xfrm>
            <a:prstGeom prst="line">
              <a:avLst/>
            </a:prstGeom>
            <a:noFill/>
            <a:ln w="19050">
              <a:solidFill>
                <a:srgbClr val="8A8FA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41" name="Shape 39"/>
            <p:cNvSpPr/>
            <p:nvPr/>
          </p:nvSpPr>
          <p:spPr>
            <a:xfrm>
              <a:off x="10744200" y="4069080"/>
              <a:ext cx="0" cy="1143000"/>
            </a:xfrm>
            <a:prstGeom prst="line">
              <a:avLst/>
            </a:prstGeom>
            <a:noFill/>
            <a:ln w="19050">
              <a:solidFill>
                <a:srgbClr val="8A8FA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42" name="Shape 40"/>
            <p:cNvSpPr/>
            <p:nvPr/>
          </p:nvSpPr>
          <p:spPr>
            <a:xfrm>
              <a:off x="8938260" y="2194560"/>
              <a:ext cx="1645920" cy="457200"/>
            </a:xfrm>
            <a:prstGeom prst="roundRect">
              <a:avLst>
                <a:gd name="adj" fmla="val 16000"/>
              </a:avLst>
            </a:prstGeom>
            <a:noFill/>
            <a:ln w="19050">
              <a:solidFill>
                <a:srgbClr val="1E2761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43" name="Text 41"/>
            <p:cNvSpPr/>
            <p:nvPr/>
          </p:nvSpPr>
          <p:spPr>
            <a:xfrm>
              <a:off x="8938260" y="2194559"/>
              <a:ext cx="16459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Text prompts</a:t>
              </a:r>
              <a:endParaRPr lang="en-US" sz="1100" dirty="0"/>
            </a:p>
          </p:txBody>
        </p:sp>
        <p:sp>
          <p:nvSpPr>
            <p:cNvPr id="44" name="Shape 42"/>
            <p:cNvSpPr/>
            <p:nvPr/>
          </p:nvSpPr>
          <p:spPr>
            <a:xfrm flipH="1">
              <a:off x="8778238" y="2651758"/>
              <a:ext cx="986866" cy="640082"/>
            </a:xfrm>
            <a:prstGeom prst="line">
              <a:avLst/>
            </a:prstGeom>
            <a:noFill/>
            <a:ln w="19050">
              <a:solidFill>
                <a:srgbClr val="8A8FA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51" name="Shape 42">
              <a:extLst>
                <a:ext uri="{FF2B5EF4-FFF2-40B4-BE49-F238E27FC236}">
                  <a16:creationId xmlns:a16="http://schemas.microsoft.com/office/drawing/2014/main" id="{634B6C24-159B-B9F2-4F6A-153476268F17}"/>
                </a:ext>
              </a:extLst>
            </p:cNvPr>
            <p:cNvSpPr/>
            <p:nvPr/>
          </p:nvSpPr>
          <p:spPr>
            <a:xfrm rot="10800000">
              <a:off x="9765105" y="2651759"/>
              <a:ext cx="979095" cy="640081"/>
            </a:xfrm>
            <a:prstGeom prst="line">
              <a:avLst/>
            </a:prstGeom>
            <a:noFill/>
            <a:ln w="19050">
              <a:solidFill>
                <a:srgbClr val="8A8FA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sk-SK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Implementačný plán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Zrelosť komponentov a poradie integrácie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657600" cy="438912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657600" cy="73152"/>
          </a:xfrm>
          <a:prstGeom prst="rect">
            <a:avLst/>
          </a:prstGeom>
          <a:solidFill>
            <a:srgbClr val="37B24D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7B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OUT-OF-THE-BOX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Stačí použiť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6178"/>
                </a:solidFill>
              </a:rPr>
              <a:t>Stage 01 — COLMAP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6178"/>
                </a:solidFill>
              </a:rPr>
              <a:t>Stage 02 — Grounded-SAM + CLIP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6178"/>
                </a:solidFill>
              </a:rPr>
              <a:t>Stage 06 — 3DGS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5303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FA3"/>
                </a:solidFill>
              </a:rPr>
              <a:t>Open-source, dokumentované, produkčne </a:t>
            </a:r>
            <a:r>
              <a:rPr lang="en-US" sz="1000" i="1" dirty="0" err="1">
                <a:solidFill>
                  <a:srgbClr val="8A8FA3"/>
                </a:solidFill>
              </a:rPr>
              <a:t>stabilné</a:t>
            </a:r>
            <a:r>
              <a:rPr lang="en-US" sz="1000" i="1" dirty="0">
                <a:solidFill>
                  <a:srgbClr val="8A8FA3"/>
                </a:solidFill>
              </a:rPr>
              <a:t>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657600" cy="438912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3657600" cy="73152"/>
          </a:xfrm>
          <a:prstGeom prst="rect">
            <a:avLst/>
          </a:prstGeom>
          <a:solidFill>
            <a:srgbClr val="4C6E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2" name="Text 10"/>
          <p:cNvSpPr/>
          <p:nvPr/>
        </p:nvSpPr>
        <p:spPr>
          <a:xfrm>
            <a:off x="457200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C6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INTEGRÁCIA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Modifikovať / dotrénovať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28803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6178"/>
                </a:solidFill>
              </a:rPr>
              <a:t>Stage 03 — ConceptGraphs prístup, prispôsobiť na RGB vstup (mono-depth)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6178"/>
                </a:solidFill>
              </a:rPr>
              <a:t>Stage 04 — relácie </a:t>
            </a:r>
            <a:r>
              <a:rPr lang="en-US" sz="1100" dirty="0" err="1">
                <a:solidFill>
                  <a:srgbClr val="5A6178"/>
                </a:solidFill>
              </a:rPr>
              <a:t>cez</a:t>
            </a:r>
            <a:r>
              <a:rPr lang="en-US" sz="1100" dirty="0">
                <a:solidFill>
                  <a:srgbClr val="5A6178"/>
                </a:solidFill>
              </a:rPr>
              <a:t> LLM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5303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FA3"/>
                </a:solidFill>
              </a:rPr>
              <a:t>Existujú referenčné implementácie. Treba </a:t>
            </a:r>
            <a:r>
              <a:rPr lang="en-US" sz="1000" i="1" dirty="0" err="1">
                <a:solidFill>
                  <a:srgbClr val="8A8FA3"/>
                </a:solidFill>
              </a:rPr>
              <a:t>trochu</a:t>
            </a:r>
            <a:r>
              <a:rPr lang="en-US" sz="1000" i="1" dirty="0">
                <a:solidFill>
                  <a:srgbClr val="8A8FA3"/>
                </a:solidFill>
              </a:rPr>
              <a:t> </a:t>
            </a:r>
            <a:r>
              <a:rPr lang="en-US" sz="1000" i="1" dirty="0" err="1">
                <a:solidFill>
                  <a:srgbClr val="8A8FA3"/>
                </a:solidFill>
              </a:rPr>
              <a:t>vyladi</a:t>
            </a:r>
            <a:r>
              <a:rPr lang="sk-SK" sz="1000" i="1" dirty="0">
                <a:solidFill>
                  <a:srgbClr val="8A8FA3"/>
                </a:solidFill>
              </a:rPr>
              <a:t>ť.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0" y="1737360"/>
            <a:ext cx="3657600" cy="438912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7" name="Shape 15"/>
          <p:cNvSpPr/>
          <p:nvPr/>
        </p:nvSpPr>
        <p:spPr>
          <a:xfrm>
            <a:off x="8229600" y="1737360"/>
            <a:ext cx="3657600" cy="73152"/>
          </a:xfrm>
          <a:prstGeom prst="rect">
            <a:avLst/>
          </a:prstGeom>
          <a:solidFill>
            <a:srgbClr val="F59F0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8" name="Text 16"/>
          <p:cNvSpPr/>
          <p:nvPr/>
        </p:nvSpPr>
        <p:spPr>
          <a:xfrm>
            <a:off x="845820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BOTTLENECK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5820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Najnáročnejšie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58200" y="28803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6178"/>
                </a:solidFill>
              </a:rPr>
              <a:t>Stage 05 — prompt editing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6178"/>
                </a:solidFill>
              </a:rPr>
              <a:t>Treba routing operácií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6178"/>
                </a:solidFill>
              </a:rPr>
              <a:t>3D inpainting — otvorený problém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58200" y="5303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FA3"/>
                </a:solidFill>
              </a:rPr>
              <a:t>Hlavná výskumná kontribúcia bude pravdepodobne tu.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 Scene Generation Pipeline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k-SK" sz="1100" kern="0" spc="400" dirty="0">
                <a:solidFill>
                  <a:srgbClr val="8A9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Záver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k-SK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Ďakujem za pozornosť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640080" cy="36576"/>
          </a:xfrm>
          <a:prstGeom prst="rect">
            <a:avLst/>
          </a:prstGeom>
          <a:solidFill>
            <a:srgbClr val="F59F0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94960" cy="4297680"/>
          </a:xfrm>
          <a:prstGeom prst="rect">
            <a:avLst/>
          </a:prstGeom>
          <a:solidFill>
            <a:srgbClr val="2A3470"/>
          </a:solidFill>
          <a:ln w="12700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sk-SK" dirty="0"/>
          </a:p>
        </p:txBody>
      </p:sp>
      <p:sp>
        <p:nvSpPr>
          <p:cNvPr id="6" name="Text 4"/>
          <p:cNvSpPr/>
          <p:nvPr/>
        </p:nvSpPr>
        <p:spPr>
          <a:xfrm>
            <a:off x="914399" y="2240280"/>
            <a:ext cx="48463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k-SK" sz="1400" b="1" dirty="0">
                <a:solidFill>
                  <a:srgbClr val="F59F00"/>
                </a:solidFill>
                <a:latin typeface="Consolas" pitchFamily="34" charset="0"/>
              </a:rPr>
              <a:t>Moduly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399" y="2727158"/>
            <a:ext cx="4846320" cy="3262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sk-SK" sz="1100" dirty="0">
                <a:solidFill>
                  <a:srgbClr val="C8D2EE"/>
                </a:solidFill>
              </a:rPr>
              <a:t>COLMAP</a:t>
            </a:r>
          </a:p>
          <a:p>
            <a:r>
              <a:rPr lang="sk-SK" sz="1100" dirty="0">
                <a:solidFill>
                  <a:srgbClr val="C8D2EE"/>
                </a:solidFill>
              </a:rPr>
              <a:t>   https://github.com/colmap/colmap</a:t>
            </a:r>
          </a:p>
          <a:p>
            <a:r>
              <a:rPr lang="sk-SK" sz="1100" dirty="0">
                <a:solidFill>
                  <a:srgbClr val="C8D2EE"/>
                </a:solidFill>
              </a:rPr>
              <a:t>   https://colmap.github.io/</a:t>
            </a:r>
          </a:p>
          <a:p>
            <a:endParaRPr lang="sk-SK" sz="1100" dirty="0">
              <a:solidFill>
                <a:srgbClr val="C8D2EE"/>
              </a:solidFill>
            </a:endParaRPr>
          </a:p>
          <a:p>
            <a:r>
              <a:rPr lang="sk-SK" sz="1100" dirty="0" err="1">
                <a:solidFill>
                  <a:srgbClr val="C8D2EE"/>
                </a:solidFill>
              </a:rPr>
              <a:t>Grounded</a:t>
            </a:r>
            <a:r>
              <a:rPr lang="sk-SK" sz="1100" dirty="0">
                <a:solidFill>
                  <a:srgbClr val="C8D2EE"/>
                </a:solidFill>
              </a:rPr>
              <a:t>-SAM 2</a:t>
            </a:r>
          </a:p>
          <a:p>
            <a:r>
              <a:rPr lang="sk-SK" sz="1100" dirty="0">
                <a:solidFill>
                  <a:srgbClr val="C8D2EE"/>
                </a:solidFill>
              </a:rPr>
              <a:t>   https://github.com/IDEA-Research/Grounded-SAM-2</a:t>
            </a:r>
          </a:p>
          <a:p>
            <a:r>
              <a:rPr lang="sk-SK" sz="1100" dirty="0">
                <a:solidFill>
                  <a:srgbClr val="C8D2EE"/>
                </a:solidFill>
              </a:rPr>
              <a:t>   https://ai.meta.com/research/sam2/</a:t>
            </a:r>
          </a:p>
          <a:p>
            <a:endParaRPr lang="sk-SK" sz="1100" dirty="0">
              <a:solidFill>
                <a:srgbClr val="C8D2EE"/>
              </a:solidFill>
            </a:endParaRPr>
          </a:p>
          <a:p>
            <a:r>
              <a:rPr lang="sk-SK" sz="1100" dirty="0" err="1">
                <a:solidFill>
                  <a:srgbClr val="C8D2EE"/>
                </a:solidFill>
              </a:rPr>
              <a:t>ConceptGraphs</a:t>
            </a:r>
            <a:endParaRPr lang="sk-SK" sz="1100" dirty="0">
              <a:solidFill>
                <a:srgbClr val="C8D2EE"/>
              </a:solidFill>
            </a:endParaRPr>
          </a:p>
          <a:p>
            <a:r>
              <a:rPr lang="sk-SK" sz="1100" dirty="0">
                <a:solidFill>
                  <a:srgbClr val="C8D2EE"/>
                </a:solidFill>
              </a:rPr>
              <a:t>   https://github.com/concept-graphs/concept-graphs</a:t>
            </a:r>
          </a:p>
          <a:p>
            <a:r>
              <a:rPr lang="sk-SK" sz="1100" dirty="0">
                <a:solidFill>
                  <a:srgbClr val="C8D2EE"/>
                </a:solidFill>
              </a:rPr>
              <a:t>   https://concept-graphs.github.io/</a:t>
            </a:r>
          </a:p>
          <a:p>
            <a:endParaRPr lang="sk-SK" sz="1100" dirty="0">
              <a:solidFill>
                <a:srgbClr val="C8D2EE"/>
              </a:solidFill>
            </a:endParaRPr>
          </a:p>
          <a:p>
            <a:r>
              <a:rPr lang="sk-SK" sz="1100" dirty="0" err="1">
                <a:solidFill>
                  <a:srgbClr val="C8D2EE"/>
                </a:solidFill>
              </a:rPr>
              <a:t>GaussianEditor</a:t>
            </a:r>
            <a:endParaRPr lang="sk-SK" sz="1100" dirty="0">
              <a:solidFill>
                <a:srgbClr val="C8D2EE"/>
              </a:solidFill>
            </a:endParaRPr>
          </a:p>
          <a:p>
            <a:r>
              <a:rPr lang="sk-SK" sz="1100" dirty="0">
                <a:solidFill>
                  <a:srgbClr val="C8D2EE"/>
                </a:solidFill>
              </a:rPr>
              <a:t>   https://github.com/buaacyw/GaussianEditor</a:t>
            </a:r>
          </a:p>
          <a:p>
            <a:r>
              <a:rPr lang="sk-SK" sz="1100" dirty="0">
                <a:solidFill>
                  <a:srgbClr val="C8D2EE"/>
                </a:solidFill>
              </a:rPr>
              <a:t>   https://buaacyw.github.io/gaussian-editor/</a:t>
            </a:r>
          </a:p>
          <a:p>
            <a:endParaRPr lang="sk-SK" sz="1100" dirty="0">
              <a:solidFill>
                <a:srgbClr val="C8D2EE"/>
              </a:solidFill>
            </a:endParaRPr>
          </a:p>
          <a:p>
            <a:r>
              <a:rPr lang="sk-SK" sz="1100" dirty="0">
                <a:solidFill>
                  <a:srgbClr val="C8D2EE"/>
                </a:solidFill>
              </a:rPr>
              <a:t>3DGS (oficiálny INRIA)</a:t>
            </a:r>
          </a:p>
          <a:p>
            <a:r>
              <a:rPr lang="sk-SK" sz="1100" dirty="0">
                <a:solidFill>
                  <a:srgbClr val="C8D2EE"/>
                </a:solidFill>
              </a:rPr>
              <a:t>   https://github.com/graphdeco-inria/gaussian-splatting</a:t>
            </a:r>
          </a:p>
          <a:p>
            <a:r>
              <a:rPr lang="sk-SK" sz="1100" dirty="0">
                <a:solidFill>
                  <a:srgbClr val="C8D2EE"/>
                </a:solidFill>
              </a:rPr>
              <a:t>   https://repo-sam.inria.fr/fungraph/3d-gaussian-splatting/</a:t>
            </a:r>
          </a:p>
        </p:txBody>
      </p:sp>
      <p:sp>
        <p:nvSpPr>
          <p:cNvPr id="9" name="Shape 7"/>
          <p:cNvSpPr/>
          <p:nvPr/>
        </p:nvSpPr>
        <p:spPr>
          <a:xfrm>
            <a:off x="6400800" y="2011680"/>
            <a:ext cx="5394960" cy="4297680"/>
          </a:xfrm>
          <a:prstGeom prst="rect">
            <a:avLst/>
          </a:prstGeom>
          <a:solidFill>
            <a:srgbClr val="2A3470"/>
          </a:solidFill>
          <a:ln w="12700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0" name="Text 8"/>
          <p:cNvSpPr/>
          <p:nvPr/>
        </p:nvSpPr>
        <p:spPr>
          <a:xfrm>
            <a:off x="6675120" y="2240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k-SK" sz="1400" b="1" dirty="0">
                <a:solidFill>
                  <a:srgbClr val="F5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Zdroje obrázkov</a:t>
            </a:r>
          </a:p>
        </p:txBody>
      </p:sp>
      <p:sp>
        <p:nvSpPr>
          <p:cNvPr id="12" name="Text 10"/>
          <p:cNvSpPr/>
          <p:nvPr/>
        </p:nvSpPr>
        <p:spPr>
          <a:xfrm>
            <a:off x="6675120" y="2727158"/>
            <a:ext cx="4846320" cy="3262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C8D2EE"/>
                </a:solidFill>
              </a:rPr>
              <a:t>https://blog.twinbru.com/exploring-3d-gaussian-splatting</a:t>
            </a:r>
          </a:p>
          <a:p>
            <a:r>
              <a:rPr lang="en-US" sz="1100" dirty="0">
                <a:solidFill>
                  <a:srgbClr val="C8D2EE"/>
                </a:solidFill>
              </a:rPr>
              <a:t>https://peterfalkingham.com/2017/04/04/photogrammetry-testing-8-colmap/</a:t>
            </a:r>
          </a:p>
          <a:p>
            <a:r>
              <a:rPr lang="en-US" sz="1100" dirty="0">
                <a:solidFill>
                  <a:srgbClr val="C8D2EE"/>
                </a:solidFill>
              </a:rPr>
              <a:t>https://mark12ding.github.io/project/SAM2Long/</a:t>
            </a:r>
          </a:p>
          <a:p>
            <a:r>
              <a:rPr lang="en-US" sz="1100" dirty="0">
                <a:solidFill>
                  <a:srgbClr val="C8D2EE"/>
                </a:solidFill>
              </a:rPr>
              <a:t>https://concept-graphs.github.io/</a:t>
            </a:r>
          </a:p>
          <a:p>
            <a:r>
              <a:rPr lang="en-US" sz="1100" dirty="0">
                <a:solidFill>
                  <a:srgbClr val="C8D2EE"/>
                </a:solidFill>
              </a:rPr>
              <a:t>https://www.researchgate.net/figure/D-scene-graph-created-by-Hydra-in-the-uH2-Office-dataset_fig4_358259707</a:t>
            </a:r>
          </a:p>
          <a:p>
            <a:r>
              <a:rPr lang="en-US" sz="1100" dirty="0">
                <a:solidFill>
                  <a:srgbClr val="C8D2EE"/>
                </a:solidFill>
              </a:rPr>
              <a:t>https://cvpr.thecvf.com/virtual/2024/poster/30879</a:t>
            </a:r>
          </a:p>
          <a:p>
            <a:r>
              <a:rPr lang="en-US" sz="1100" dirty="0">
                <a:solidFill>
                  <a:srgbClr val="C8D2EE"/>
                </a:solidFill>
              </a:rPr>
              <a:t>https://repo-sam.inria.fr/fungraph/reduced_3dgs/</a:t>
            </a:r>
          </a:p>
          <a:p>
            <a:r>
              <a:rPr lang="en-US" sz="1100" dirty="0">
                <a:solidFill>
                  <a:srgbClr val="C8D2EE"/>
                </a:solidFill>
              </a:rPr>
              <a:t>https://www.istockphoto.com/photos/room</a:t>
            </a:r>
          </a:p>
          <a:p>
            <a:r>
              <a:rPr lang="en-US" sz="1100" dirty="0">
                <a:solidFill>
                  <a:srgbClr val="C8D2EE"/>
                </a:solidFill>
              </a:rPr>
              <a:t>https://www.researchgate.net/figure/Examples-of-point-cloud-rendering-from-various-positions-and-different-point-size_fig3_366324988</a:t>
            </a:r>
          </a:p>
          <a:p>
            <a:r>
              <a:rPr lang="en-US" sz="1100" dirty="0">
                <a:solidFill>
                  <a:srgbClr val="C8D2EE"/>
                </a:solidFill>
              </a:rPr>
              <a:t>https://www.researchgate.net/figure/The-mask-centric-point-cloud-representation-Each-mask-is-rendered-in-a-distinct-color_fig2_382064985</a:t>
            </a:r>
          </a:p>
          <a:p>
            <a:r>
              <a:rPr lang="en-US" sz="1100" dirty="0">
                <a:solidFill>
                  <a:srgbClr val="C8D2EE"/>
                </a:solidFill>
              </a:rPr>
              <a:t>https://www.researchgate.net/figure/Hierarchical-Structure-of-a-3D-Scene-Graph-This-graph-consists-of-4-layers-Notes-that_fig1_372313195</a:t>
            </a:r>
          </a:p>
          <a:p>
            <a:r>
              <a:rPr lang="en-US" sz="1100" dirty="0">
                <a:solidFill>
                  <a:srgbClr val="C8D2EE"/>
                </a:solidFill>
              </a:rPr>
              <a:t>https://tecnicproject.com/en/3d-renderings-the-key-to-visualizing-your-renovation-before-you-start/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1366</Words>
  <Application>Microsoft Office PowerPoint</Application>
  <PresentationFormat>Širokouhlá</PresentationFormat>
  <Paragraphs>278</Paragraphs>
  <Slides>12</Slides>
  <Notes>12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Scene Generation Pipeline</dc:title>
  <dc:subject>PptxGenJS Presentation</dc:subject>
  <dc:creator>Šimon</dc:creator>
  <cp:lastModifiedBy>Hajkovský Šimon</cp:lastModifiedBy>
  <cp:revision>2</cp:revision>
  <dcterms:created xsi:type="dcterms:W3CDTF">2026-05-17T15:48:31Z</dcterms:created>
  <dcterms:modified xsi:type="dcterms:W3CDTF">2026-06-03T11:40:29Z</dcterms:modified>
</cp:coreProperties>
</file>